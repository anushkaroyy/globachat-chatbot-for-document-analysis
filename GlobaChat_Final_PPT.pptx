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Anaheim" panose="020B0604020202020204" charset="0"/>
      <p:regular r:id="rId24"/>
      <p:bold r:id="rId25"/>
    </p:embeddedFont>
    <p:embeddedFont>
      <p:font typeface="Bebas Neue" panose="020B0606020202050201" pitchFamily="34" charset="0"/>
      <p:regular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Black" panose="00000A00000000000000" pitchFamily="2" charset="0"/>
      <p:bold r:id="rId31"/>
      <p:boldItalic r:id="rId32"/>
    </p:embeddedFont>
    <p:embeddedFont>
      <p:font typeface="Montserrat Medium" panose="00000600000000000000" pitchFamily="2" charset="0"/>
      <p:regular r:id="rId33"/>
      <p:bold r:id="rId34"/>
      <p:italic r:id="rId35"/>
      <p:boldItalic r:id="rId36"/>
    </p:embeddedFont>
    <p:embeddedFont>
      <p:font typeface="Nunito Light" pitchFamily="2" charset="0"/>
      <p:regular r:id="rId37"/>
    </p:embeddedFont>
    <p:embeddedFont>
      <p:font typeface="PT Sans" panose="020B0503020203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3f15cb4cd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3f15cb4cd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1734a882cf6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1734a882cf6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3f313bead1_5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3f313bead1_5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33f15cb4cd6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33f15cb4cd6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1734a882cf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1734a882cf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3f15cb4cd6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3f15cb4cd6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3f15cb4cd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3f15cb4cd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3f15cb4cd6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3f15cb4cd6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3f313bead1_5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3f313bead1_5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3f313bead1_5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33f313bead1_5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3f313bead1_5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3f313bead1_5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33f15cb4cd6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33f15cb4cd6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33f15cb4cd6_3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33f15cb4cd6_3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33f313bead1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33f313bead1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33f313bead1_5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33f313bead1_5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rot="10515695" flipH="1">
              <a:off x="8395243" y="73330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rot="10515695" flipH="1">
              <a:off x="9021249" y="726033"/>
              <a:ext cx="650171" cy="721091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10515695" flipH="1">
              <a:off x="8701969" y="187519"/>
              <a:ext cx="650171" cy="721066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rot="10515695" flipH="1">
              <a:off x="8382688" y="-35101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rot="10515695" flipH="1">
              <a:off x="9008695" y="-358246"/>
              <a:ext cx="650196" cy="721041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rot="10515695" flipH="1">
              <a:off x="8988036" y="-202011"/>
              <a:ext cx="57070" cy="57045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rot="10515695" flipH="1">
              <a:off x="9613745" y="157614"/>
              <a:ext cx="57045" cy="57070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rot="10515695" flipH="1">
              <a:off x="9310934" y="707797"/>
              <a:ext cx="57020" cy="57070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10"/>
          <p:cNvSpPr txBox="1">
            <a:spLocks noGrp="1"/>
          </p:cNvSpPr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15"/>
          <p:cNvSpPr txBox="1">
            <a:spLocks noGrp="1"/>
          </p:cNvSpPr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5"/>
          <p:cNvSpPr>
            <a:spLocks noGrp="1"/>
          </p:cNvSpPr>
          <p:nvPr>
            <p:ph type="pic" idx="2"/>
          </p:nvPr>
        </p:nvSpPr>
        <p:spPr>
          <a:xfrm>
            <a:off x="4627875" y="778125"/>
            <a:ext cx="3627900" cy="376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3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0"/>
          <p:cNvSpPr txBox="1">
            <a:spLocks noGrp="1"/>
          </p:cNvSpPr>
          <p:nvPr>
            <p:ph type="subTitle" idx="1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20"/>
          <p:cNvSpPr txBox="1">
            <a:spLocks noGrp="1"/>
          </p:cNvSpPr>
          <p:nvPr>
            <p:ph type="subTitle" idx="2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0"/>
          <p:cNvSpPr txBox="1">
            <a:spLocks noGrp="1"/>
          </p:cNvSpPr>
          <p:nvPr>
            <p:ph type="subTitle" idx="3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3" name="Google Shape;753;p20"/>
          <p:cNvSpPr txBox="1">
            <a:spLocks noGrp="1"/>
          </p:cNvSpPr>
          <p:nvPr>
            <p:ph type="subTitle" idx="4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21"/>
          <p:cNvSpPr txBox="1">
            <a:spLocks noGrp="1"/>
          </p:cNvSpPr>
          <p:nvPr>
            <p:ph type="subTitle" idx="1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7" name="Google Shape;787;p21"/>
          <p:cNvSpPr txBox="1">
            <a:spLocks noGrp="1"/>
          </p:cNvSpPr>
          <p:nvPr>
            <p:ph type="subTitle" idx="2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23"/>
          <p:cNvSpPr txBox="1">
            <a:spLocks noGrp="1"/>
          </p:cNvSpPr>
          <p:nvPr>
            <p:ph type="subTitle" idx="1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3"/>
          <p:cNvSpPr txBox="1">
            <a:spLocks noGrp="1"/>
          </p:cNvSpPr>
          <p:nvPr>
            <p:ph type="subTitle" idx="2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3"/>
          <p:cNvSpPr txBox="1">
            <a:spLocks noGrp="1"/>
          </p:cNvSpPr>
          <p:nvPr>
            <p:ph type="subTitle" idx="3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23"/>
          <p:cNvSpPr txBox="1">
            <a:spLocks noGrp="1"/>
          </p:cNvSpPr>
          <p:nvPr>
            <p:ph type="subTitle" idx="4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23"/>
          <p:cNvSpPr txBox="1">
            <a:spLocks noGrp="1"/>
          </p:cNvSpPr>
          <p:nvPr>
            <p:ph type="subTitle" idx="5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7" name="Google Shape;847;p23"/>
          <p:cNvSpPr txBox="1">
            <a:spLocks noGrp="1"/>
          </p:cNvSpPr>
          <p:nvPr>
            <p:ph type="subTitle" idx="6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8" name="Google Shape;848;p23"/>
          <p:cNvSpPr txBox="1">
            <a:spLocks noGrp="1"/>
          </p:cNvSpPr>
          <p:nvPr>
            <p:ph type="subTitle" idx="7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9" name="Google Shape;849;p23"/>
          <p:cNvSpPr txBox="1">
            <a:spLocks noGrp="1"/>
          </p:cNvSpPr>
          <p:nvPr>
            <p:ph type="subTitle" idx="8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>
            <a:spLocks noGrp="1"/>
          </p:cNvSpPr>
          <p:nvPr>
            <p:ph type="title" hasCustomPrompt="1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>
            <a:spLocks noGrp="1"/>
          </p:cNvSpPr>
          <p:nvPr>
            <p:ph type="subTitle" idx="1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49" name="Google Shape;949;p27"/>
          <p:cNvSpPr txBox="1">
            <a:spLocks noGrp="1"/>
          </p:cNvSpPr>
          <p:nvPr>
            <p:ph type="title" idx="2" hasCustomPrompt="1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>
            <a:spLocks noGrp="1"/>
          </p:cNvSpPr>
          <p:nvPr>
            <p:ph type="subTitle" idx="3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51" name="Google Shape;951;p27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>
            <a:spLocks noGrp="1"/>
          </p:cNvSpPr>
          <p:nvPr>
            <p:ph type="subTitle" idx="5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>
            <a:spLocks noGrp="1"/>
          </p:cNvSpPr>
          <p:nvPr>
            <p:ph type="title" hasCustomPrompt="1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>
            <a:spLocks noGrp="1"/>
          </p:cNvSpPr>
          <p:nvPr>
            <p:ph type="subTitle" idx="1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8" name="Google Shape;978;p28"/>
          <p:cNvSpPr txBox="1">
            <a:spLocks noGrp="1"/>
          </p:cNvSpPr>
          <p:nvPr>
            <p:ph type="subTitle" idx="2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9" name="Google Shape;979;p28"/>
          <p:cNvSpPr txBox="1">
            <a:spLocks noGrp="1"/>
          </p:cNvSpPr>
          <p:nvPr>
            <p:ph type="title" idx="3" hasCustomPrompt="1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>
            <a:spLocks noGrp="1"/>
          </p:cNvSpPr>
          <p:nvPr>
            <p:ph type="subTitle" idx="4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1" name="Google Shape;981;p28"/>
          <p:cNvSpPr txBox="1">
            <a:spLocks noGrp="1"/>
          </p:cNvSpPr>
          <p:nvPr>
            <p:ph type="subTitle" idx="5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2" name="Google Shape;982;p28"/>
          <p:cNvSpPr txBox="1">
            <a:spLocks noGrp="1"/>
          </p:cNvSpPr>
          <p:nvPr>
            <p:ph type="title" idx="6" hasCustomPrompt="1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>
            <a:spLocks noGrp="1"/>
          </p:cNvSpPr>
          <p:nvPr>
            <p:ph type="subTitle" idx="7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4" name="Google Shape;984;p28"/>
          <p:cNvSpPr txBox="1">
            <a:spLocks noGrp="1"/>
          </p:cNvSpPr>
          <p:nvPr>
            <p:ph type="subTitle" idx="8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5" name="Google Shape;985;p28"/>
          <p:cNvSpPr txBox="1">
            <a:spLocks noGrp="1"/>
          </p:cNvSpPr>
          <p:nvPr>
            <p:ph type="title" idx="9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p32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32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5" name="Google Shape;1235;p32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36" name="Google Shape;1236;p3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32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39" name="Google Shape;1239;p3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1" name="Google Shape;1241;p32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3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latin typeface="Montserrat Black"/>
                <a:ea typeface="Montserrat Black"/>
                <a:cs typeface="Montserrat Black"/>
                <a:sym typeface="Montserrat Black"/>
              </a:rPr>
              <a:t>ARTIFICIAL INTELLIGENCE </a:t>
            </a:r>
            <a:r>
              <a:rPr lang="en" sz="5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(AI)</a:t>
            </a:r>
            <a:endParaRPr sz="520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Streamlining Information Retrieval with LLMs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3" name="Google Shape;1243;p32"/>
          <p:cNvSpPr txBox="1">
            <a:spLocks noGrp="1"/>
          </p:cNvSpPr>
          <p:nvPr>
            <p:ph type="subTitle" idx="1"/>
          </p:nvPr>
        </p:nvSpPr>
        <p:spPr>
          <a:xfrm>
            <a:off x="713225" y="3521157"/>
            <a:ext cx="4528800" cy="12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Advaith Sujith - 7837524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Asraa Shaikh - 7859557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Anushka Roy - 7753226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Rhythm Shahi - 7877304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33"/>
          <p:cNvSpPr txBox="1">
            <a:spLocks noGrp="1"/>
          </p:cNvSpPr>
          <p:nvPr>
            <p:ph type="title"/>
          </p:nvPr>
        </p:nvSpPr>
        <p:spPr>
          <a:xfrm>
            <a:off x="720000" y="248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249" name="Google Shape;1249;p33"/>
          <p:cNvSpPr txBox="1">
            <a:spLocks noGrp="1"/>
          </p:cNvSpPr>
          <p:nvPr>
            <p:ph type="title" idx="2"/>
          </p:nvPr>
        </p:nvSpPr>
        <p:spPr>
          <a:xfrm>
            <a:off x="890575" y="1024450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 </a:t>
            </a:r>
            <a:r>
              <a:rPr lang="en"/>
              <a:t>01</a:t>
            </a:r>
            <a:endParaRPr/>
          </a:p>
        </p:txBody>
      </p:sp>
      <p:sp>
        <p:nvSpPr>
          <p:cNvPr id="1250" name="Google Shape;1250;p33"/>
          <p:cNvSpPr txBox="1">
            <a:spLocks noGrp="1"/>
          </p:cNvSpPr>
          <p:nvPr>
            <p:ph type="subTitle" idx="3"/>
          </p:nvPr>
        </p:nvSpPr>
        <p:spPr>
          <a:xfrm>
            <a:off x="1954650" y="1066650"/>
            <a:ext cx="36555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BRIEF OVERVIEW</a:t>
            </a:r>
            <a:endParaRPr sz="2200"/>
          </a:p>
        </p:txBody>
      </p:sp>
      <p:sp>
        <p:nvSpPr>
          <p:cNvPr id="1251" name="Google Shape;1251;p33"/>
          <p:cNvSpPr txBox="1">
            <a:spLocks noGrp="1"/>
          </p:cNvSpPr>
          <p:nvPr>
            <p:ph type="title" idx="5"/>
          </p:nvPr>
        </p:nvSpPr>
        <p:spPr>
          <a:xfrm>
            <a:off x="803274" y="1589838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52" name="Google Shape;1252;p33"/>
          <p:cNvSpPr txBox="1">
            <a:spLocks noGrp="1"/>
          </p:cNvSpPr>
          <p:nvPr>
            <p:ph type="subTitle" idx="6"/>
          </p:nvPr>
        </p:nvSpPr>
        <p:spPr>
          <a:xfrm>
            <a:off x="1954644" y="156901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253" name="Google Shape;1253;p33"/>
          <p:cNvSpPr txBox="1">
            <a:spLocks noGrp="1"/>
          </p:cNvSpPr>
          <p:nvPr>
            <p:ph type="title" idx="8"/>
          </p:nvPr>
        </p:nvSpPr>
        <p:spPr>
          <a:xfrm>
            <a:off x="803275" y="2155225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54" name="Google Shape;1254;p33"/>
          <p:cNvSpPr txBox="1">
            <a:spLocks noGrp="1"/>
          </p:cNvSpPr>
          <p:nvPr>
            <p:ph type="subTitle" idx="9"/>
          </p:nvPr>
        </p:nvSpPr>
        <p:spPr>
          <a:xfrm>
            <a:off x="1954651" y="2176325"/>
            <a:ext cx="42975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REQUIREMENTS</a:t>
            </a:r>
            <a:endParaRPr/>
          </a:p>
        </p:txBody>
      </p:sp>
      <p:sp>
        <p:nvSpPr>
          <p:cNvPr id="1255" name="Google Shape;1255;p33"/>
          <p:cNvSpPr txBox="1">
            <a:spLocks noGrp="1"/>
          </p:cNvSpPr>
          <p:nvPr>
            <p:ph type="title" idx="17"/>
          </p:nvPr>
        </p:nvSpPr>
        <p:spPr>
          <a:xfrm>
            <a:off x="803275" y="3286000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56" name="Google Shape;1256;p33"/>
          <p:cNvSpPr txBox="1">
            <a:spLocks noGrp="1"/>
          </p:cNvSpPr>
          <p:nvPr>
            <p:ph type="subTitle" idx="18"/>
          </p:nvPr>
        </p:nvSpPr>
        <p:spPr>
          <a:xfrm>
            <a:off x="1954644" y="32859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grpSp>
        <p:nvGrpSpPr>
          <p:cNvPr id="1257" name="Google Shape;1257;p33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58" name="Google Shape;1258;p3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33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61" name="Google Shape;1261;p3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63" name="Google Shape;1263;p33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33"/>
          <p:cNvSpPr txBox="1">
            <a:spLocks noGrp="1"/>
          </p:cNvSpPr>
          <p:nvPr>
            <p:ph type="title" idx="17"/>
          </p:nvPr>
        </p:nvSpPr>
        <p:spPr>
          <a:xfrm>
            <a:off x="803275" y="4315950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265" name="Google Shape;1265;p33"/>
          <p:cNvSpPr txBox="1">
            <a:spLocks noGrp="1"/>
          </p:cNvSpPr>
          <p:nvPr>
            <p:ph type="subTitle" idx="18"/>
          </p:nvPr>
        </p:nvSpPr>
        <p:spPr>
          <a:xfrm>
            <a:off x="1954644" y="431594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66" name="Google Shape;1266;p33"/>
          <p:cNvSpPr txBox="1">
            <a:spLocks noGrp="1"/>
          </p:cNvSpPr>
          <p:nvPr>
            <p:ph type="subTitle" idx="18"/>
          </p:nvPr>
        </p:nvSpPr>
        <p:spPr>
          <a:xfrm>
            <a:off x="1954652" y="3831450"/>
            <a:ext cx="5157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LIMITATIONS</a:t>
            </a:r>
            <a:endParaRPr/>
          </a:p>
        </p:txBody>
      </p:sp>
      <p:sp>
        <p:nvSpPr>
          <p:cNvPr id="1267" name="Google Shape;1267;p33"/>
          <p:cNvSpPr txBox="1">
            <a:spLocks noGrp="1"/>
          </p:cNvSpPr>
          <p:nvPr>
            <p:ph type="title" idx="17"/>
          </p:nvPr>
        </p:nvSpPr>
        <p:spPr>
          <a:xfrm>
            <a:off x="803274" y="3800975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68" name="Google Shape;1268;p33"/>
          <p:cNvSpPr txBox="1">
            <a:spLocks noGrp="1"/>
          </p:cNvSpPr>
          <p:nvPr>
            <p:ph type="title" idx="17"/>
          </p:nvPr>
        </p:nvSpPr>
        <p:spPr>
          <a:xfrm>
            <a:off x="803275" y="2731175"/>
            <a:ext cx="10641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69" name="Google Shape;1269;p33"/>
          <p:cNvSpPr txBox="1">
            <a:spLocks noGrp="1"/>
          </p:cNvSpPr>
          <p:nvPr>
            <p:ph type="subTitle" idx="18"/>
          </p:nvPr>
        </p:nvSpPr>
        <p:spPr>
          <a:xfrm>
            <a:off x="1954644" y="273116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ARCHITECTURE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34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275" name="Google Shape;1275;p34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34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34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34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34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OVERVIEW</a:t>
            </a:r>
            <a:endParaRPr/>
          </a:p>
        </p:txBody>
      </p:sp>
      <p:grpSp>
        <p:nvGrpSpPr>
          <p:cNvPr id="1280" name="Google Shape;1280;p34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281" name="Google Shape;1281;p3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3" name="Google Shape;1283;p34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284" name="Google Shape;1284;p3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34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287" name="Google Shape;1287;p3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89" name="Google Shape;1289;p34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35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35"/>
          <p:cNvSpPr txBox="1">
            <a:spLocks noGrp="1"/>
          </p:cNvSpPr>
          <p:nvPr>
            <p:ph type="title"/>
          </p:nvPr>
        </p:nvSpPr>
        <p:spPr>
          <a:xfrm>
            <a:off x="4204575" y="16035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OVERVIEW</a:t>
            </a:r>
            <a:endParaRPr/>
          </a:p>
        </p:txBody>
      </p:sp>
      <p:sp>
        <p:nvSpPr>
          <p:cNvPr id="1296" name="Google Shape;1296;p35"/>
          <p:cNvSpPr txBox="1">
            <a:spLocks noGrp="1"/>
          </p:cNvSpPr>
          <p:nvPr>
            <p:ph type="subTitle" idx="1"/>
          </p:nvPr>
        </p:nvSpPr>
        <p:spPr>
          <a:xfrm>
            <a:off x="4095525" y="2176200"/>
            <a:ext cx="4403700" cy="13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Addresses a widespread challenge.</a:t>
            </a:r>
            <a:endParaRPr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Offers swift and precise extraction.</a:t>
            </a:r>
            <a:endParaRPr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Simplifies information retrieval.</a:t>
            </a:r>
            <a:endParaRPr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Enhances usefulness with automatic Q/A.</a:t>
            </a:r>
            <a:endParaRPr/>
          </a:p>
        </p:txBody>
      </p:sp>
      <p:pic>
        <p:nvPicPr>
          <p:cNvPr id="1297" name="Google Shape;1297;p35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35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-1020103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35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35"/>
          <p:cNvPicPr preferRelativeResize="0"/>
          <p:nvPr/>
        </p:nvPicPr>
        <p:blipFill rotWithShape="1">
          <a:blip r:embed="rId7">
            <a:alphaModFix/>
          </a:blip>
          <a:srcRect l="15236" r="10474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35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3321565">
            <a:off x="3623613" y="43324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2" name="Google Shape;1302;p35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03" name="Google Shape;130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35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06" name="Google Shape;130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8" name="Google Shape;1308;p35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09" name="Google Shape;130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36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1316" name="Google Shape;1316;p36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36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36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p36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36"/>
          <p:cNvSpPr txBox="1">
            <a:spLocks noGrp="1"/>
          </p:cNvSpPr>
          <p:nvPr>
            <p:ph type="title"/>
          </p:nvPr>
        </p:nvSpPr>
        <p:spPr>
          <a:xfrm>
            <a:off x="720000" y="2994875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</a:t>
            </a:r>
            <a:endParaRPr/>
          </a:p>
        </p:txBody>
      </p:sp>
      <p:grpSp>
        <p:nvGrpSpPr>
          <p:cNvPr id="1321" name="Google Shape;1321;p36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22" name="Google Shape;1322;p3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4" name="Google Shape;1324;p36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25" name="Google Shape;1325;p3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7" name="Google Shape;1327;p36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28" name="Google Shape;1328;p3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30" name="Google Shape;1330;p36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336" name="Google Shape;1336;p37"/>
          <p:cNvSpPr txBox="1"/>
          <p:nvPr/>
        </p:nvSpPr>
        <p:spPr>
          <a:xfrm>
            <a:off x="742950" y="3425900"/>
            <a:ext cx="765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Challenge of Extracting Information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37" name="Google Shape;1337;p37"/>
          <p:cNvGrpSpPr/>
          <p:nvPr/>
        </p:nvGrpSpPr>
        <p:grpSpPr>
          <a:xfrm>
            <a:off x="1011700" y="1197775"/>
            <a:ext cx="76825" cy="76800"/>
            <a:chOff x="3104875" y="1099400"/>
            <a:chExt cx="76825" cy="76800"/>
          </a:xfrm>
        </p:grpSpPr>
        <p:sp>
          <p:nvSpPr>
            <p:cNvPr id="1338" name="Google Shape;1338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0" name="Google Shape;1340;p37"/>
          <p:cNvGrpSpPr/>
          <p:nvPr/>
        </p:nvGrpSpPr>
        <p:grpSpPr>
          <a:xfrm>
            <a:off x="6556775" y="821850"/>
            <a:ext cx="76825" cy="76800"/>
            <a:chOff x="3104875" y="1099400"/>
            <a:chExt cx="76825" cy="76800"/>
          </a:xfrm>
        </p:grpSpPr>
        <p:sp>
          <p:nvSpPr>
            <p:cNvPr id="1341" name="Google Shape;1341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37"/>
          <p:cNvGrpSpPr/>
          <p:nvPr/>
        </p:nvGrpSpPr>
        <p:grpSpPr>
          <a:xfrm>
            <a:off x="7149100" y="4197150"/>
            <a:ext cx="76825" cy="76800"/>
            <a:chOff x="3104875" y="1099400"/>
            <a:chExt cx="76825" cy="76800"/>
          </a:xfrm>
        </p:grpSpPr>
        <p:sp>
          <p:nvSpPr>
            <p:cNvPr id="1344" name="Google Shape;134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46" name="Google Shape;1346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3028660" y="398380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37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913061">
            <a:off x="7869695" y="585559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9084173">
            <a:off x="472161" y="1008450"/>
            <a:ext cx="1175231" cy="763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9" name="Google Shape;1349;p37"/>
          <p:cNvGrpSpPr/>
          <p:nvPr/>
        </p:nvGrpSpPr>
        <p:grpSpPr>
          <a:xfrm>
            <a:off x="3609480" y="1646455"/>
            <a:ext cx="1925044" cy="1850588"/>
            <a:chOff x="2597216" y="1443219"/>
            <a:chExt cx="601990" cy="578707"/>
          </a:xfrm>
        </p:grpSpPr>
        <p:sp>
          <p:nvSpPr>
            <p:cNvPr id="1350" name="Google Shape;1350;p37"/>
            <p:cNvSpPr/>
            <p:nvPr/>
          </p:nvSpPr>
          <p:spPr>
            <a:xfrm>
              <a:off x="2867896" y="1901295"/>
              <a:ext cx="49851" cy="17645"/>
            </a:xfrm>
            <a:custGeom>
              <a:avLst/>
              <a:gdLst/>
              <a:ahLst/>
              <a:cxnLst/>
              <a:rect l="l" t="t" r="r" b="b"/>
              <a:pathLst>
                <a:path w="1503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237" y="532"/>
                  </a:lnTo>
                  <a:cubicBezTo>
                    <a:pt x="1384" y="532"/>
                    <a:pt x="1503" y="413"/>
                    <a:pt x="1503" y="266"/>
                  </a:cubicBezTo>
                  <a:cubicBezTo>
                    <a:pt x="1503" y="119"/>
                    <a:pt x="1384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2881328" y="1687431"/>
              <a:ext cx="100398" cy="17612"/>
            </a:xfrm>
            <a:custGeom>
              <a:avLst/>
              <a:gdLst/>
              <a:ahLst/>
              <a:cxnLst/>
              <a:rect l="l" t="t" r="r" b="b"/>
              <a:pathLst>
                <a:path w="3027" h="531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760" y="531"/>
                  </a:lnTo>
                  <a:cubicBezTo>
                    <a:pt x="2907" y="531"/>
                    <a:pt x="3026" y="413"/>
                    <a:pt x="3026" y="266"/>
                  </a:cubicBezTo>
                  <a:cubicBezTo>
                    <a:pt x="3026" y="119"/>
                    <a:pt x="2907" y="0"/>
                    <a:pt x="27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2991710" y="1687431"/>
              <a:ext cx="84080" cy="17612"/>
            </a:xfrm>
            <a:custGeom>
              <a:avLst/>
              <a:gdLst/>
              <a:ahLst/>
              <a:cxnLst/>
              <a:rect l="l" t="t" r="r" b="b"/>
              <a:pathLst>
                <a:path w="2535" h="531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269" y="531"/>
                  </a:lnTo>
                  <a:cubicBezTo>
                    <a:pt x="2416" y="531"/>
                    <a:pt x="2535" y="413"/>
                    <a:pt x="2535" y="266"/>
                  </a:cubicBezTo>
                  <a:cubicBezTo>
                    <a:pt x="2535" y="119"/>
                    <a:pt x="2416" y="0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2881328" y="1723617"/>
              <a:ext cx="192637" cy="17678"/>
            </a:xfrm>
            <a:custGeom>
              <a:avLst/>
              <a:gdLst/>
              <a:ahLst/>
              <a:cxnLst/>
              <a:rect l="l" t="t" r="r" b="b"/>
              <a:pathLst>
                <a:path w="580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5542" y="532"/>
                  </a:lnTo>
                  <a:cubicBezTo>
                    <a:pt x="5688" y="532"/>
                    <a:pt x="5807" y="413"/>
                    <a:pt x="5807" y="267"/>
                  </a:cubicBezTo>
                  <a:cubicBezTo>
                    <a:pt x="5807" y="120"/>
                    <a:pt x="5688" y="1"/>
                    <a:pt x="5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2881328" y="1759836"/>
              <a:ext cx="68624" cy="17645"/>
            </a:xfrm>
            <a:custGeom>
              <a:avLst/>
              <a:gdLst/>
              <a:ahLst/>
              <a:cxnLst/>
              <a:rect l="l" t="t" r="r" b="b"/>
              <a:pathLst>
                <a:path w="206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4"/>
                    <a:pt x="119" y="532"/>
                    <a:pt x="266" y="532"/>
                  </a:cubicBezTo>
                  <a:lnTo>
                    <a:pt x="1802" y="532"/>
                  </a:lnTo>
                  <a:cubicBezTo>
                    <a:pt x="1949" y="532"/>
                    <a:pt x="2068" y="414"/>
                    <a:pt x="2068" y="266"/>
                  </a:cubicBezTo>
                  <a:cubicBezTo>
                    <a:pt x="2068" y="119"/>
                    <a:pt x="1949" y="0"/>
                    <a:pt x="1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2959106" y="1759836"/>
              <a:ext cx="68624" cy="17645"/>
            </a:xfrm>
            <a:custGeom>
              <a:avLst/>
              <a:gdLst/>
              <a:ahLst/>
              <a:cxnLst/>
              <a:rect l="l" t="t" r="r" b="b"/>
              <a:pathLst>
                <a:path w="206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4"/>
                    <a:pt x="119" y="532"/>
                    <a:pt x="266" y="532"/>
                  </a:cubicBezTo>
                  <a:lnTo>
                    <a:pt x="1802" y="532"/>
                  </a:lnTo>
                  <a:cubicBezTo>
                    <a:pt x="1949" y="532"/>
                    <a:pt x="2068" y="414"/>
                    <a:pt x="2068" y="266"/>
                  </a:cubicBezTo>
                  <a:cubicBezTo>
                    <a:pt x="2068" y="119"/>
                    <a:pt x="1949" y="0"/>
                    <a:pt x="1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3037779" y="1759836"/>
              <a:ext cx="36186" cy="17645"/>
            </a:xfrm>
            <a:custGeom>
              <a:avLst/>
              <a:gdLst/>
              <a:ahLst/>
              <a:cxnLst/>
              <a:rect l="l" t="t" r="r" b="b"/>
              <a:pathLst>
                <a:path w="1091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4"/>
                    <a:pt x="119" y="532"/>
                    <a:pt x="266" y="532"/>
                  </a:cubicBezTo>
                  <a:lnTo>
                    <a:pt x="825" y="532"/>
                  </a:lnTo>
                  <a:cubicBezTo>
                    <a:pt x="971" y="532"/>
                    <a:pt x="1090" y="414"/>
                    <a:pt x="1090" y="266"/>
                  </a:cubicBezTo>
                  <a:cubicBezTo>
                    <a:pt x="1090" y="119"/>
                    <a:pt x="971" y="0"/>
                    <a:pt x="8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2881328" y="1796055"/>
              <a:ext cx="192637" cy="17678"/>
            </a:xfrm>
            <a:custGeom>
              <a:avLst/>
              <a:gdLst/>
              <a:ahLst/>
              <a:cxnLst/>
              <a:rect l="l" t="t" r="r" b="b"/>
              <a:pathLst>
                <a:path w="5808" h="533" extrusionOk="0">
                  <a:moveTo>
                    <a:pt x="266" y="0"/>
                  </a:moveTo>
                  <a:cubicBezTo>
                    <a:pt x="119" y="0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5542" y="532"/>
                  </a:lnTo>
                  <a:cubicBezTo>
                    <a:pt x="5688" y="532"/>
                    <a:pt x="5807" y="413"/>
                    <a:pt x="5807" y="266"/>
                  </a:cubicBezTo>
                  <a:cubicBezTo>
                    <a:pt x="5807" y="120"/>
                    <a:pt x="5688" y="0"/>
                    <a:pt x="5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2881328" y="1831445"/>
              <a:ext cx="192637" cy="17645"/>
            </a:xfrm>
            <a:custGeom>
              <a:avLst/>
              <a:gdLst/>
              <a:ahLst/>
              <a:cxnLst/>
              <a:rect l="l" t="t" r="r" b="b"/>
              <a:pathLst>
                <a:path w="5808" h="532" extrusionOk="0">
                  <a:moveTo>
                    <a:pt x="266" y="0"/>
                  </a:moveTo>
                  <a:cubicBezTo>
                    <a:pt x="119" y="0"/>
                    <a:pt x="0" y="118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5542" y="531"/>
                  </a:lnTo>
                  <a:cubicBezTo>
                    <a:pt x="5688" y="531"/>
                    <a:pt x="5807" y="412"/>
                    <a:pt x="5807" y="266"/>
                  </a:cubicBezTo>
                  <a:cubicBezTo>
                    <a:pt x="5807" y="118"/>
                    <a:pt x="5688" y="0"/>
                    <a:pt x="5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2701594" y="1714032"/>
              <a:ext cx="135688" cy="138905"/>
            </a:xfrm>
            <a:custGeom>
              <a:avLst/>
              <a:gdLst/>
              <a:ahLst/>
              <a:cxnLst/>
              <a:rect l="l" t="t" r="r" b="b"/>
              <a:pathLst>
                <a:path w="4091" h="4188" extrusionOk="0">
                  <a:moveTo>
                    <a:pt x="3559" y="532"/>
                  </a:moveTo>
                  <a:lnTo>
                    <a:pt x="3559" y="3656"/>
                  </a:lnTo>
                  <a:lnTo>
                    <a:pt x="532" y="3656"/>
                  </a:lnTo>
                  <a:lnTo>
                    <a:pt x="532" y="532"/>
                  </a:lnTo>
                  <a:close/>
                  <a:moveTo>
                    <a:pt x="443" y="0"/>
                  </a:moveTo>
                  <a:cubicBezTo>
                    <a:pt x="198" y="0"/>
                    <a:pt x="0" y="199"/>
                    <a:pt x="0" y="443"/>
                  </a:cubicBezTo>
                  <a:lnTo>
                    <a:pt x="0" y="3745"/>
                  </a:lnTo>
                  <a:cubicBezTo>
                    <a:pt x="0" y="3989"/>
                    <a:pt x="198" y="4187"/>
                    <a:pt x="443" y="4187"/>
                  </a:cubicBezTo>
                  <a:lnTo>
                    <a:pt x="3647" y="4187"/>
                  </a:lnTo>
                  <a:cubicBezTo>
                    <a:pt x="3891" y="4187"/>
                    <a:pt x="4091" y="3989"/>
                    <a:pt x="4091" y="3745"/>
                  </a:cubicBezTo>
                  <a:lnTo>
                    <a:pt x="4091" y="443"/>
                  </a:lnTo>
                  <a:cubicBezTo>
                    <a:pt x="4091" y="199"/>
                    <a:pt x="3891" y="0"/>
                    <a:pt x="3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2597216" y="1443219"/>
              <a:ext cx="601990" cy="578707"/>
            </a:xfrm>
            <a:custGeom>
              <a:avLst/>
              <a:gdLst/>
              <a:ahLst/>
              <a:cxnLst/>
              <a:rect l="l" t="t" r="r" b="b"/>
              <a:pathLst>
                <a:path w="18150" h="17448" extrusionOk="0">
                  <a:moveTo>
                    <a:pt x="17479" y="532"/>
                  </a:moveTo>
                  <a:cubicBezTo>
                    <a:pt x="17489" y="532"/>
                    <a:pt x="17498" y="532"/>
                    <a:pt x="17506" y="534"/>
                  </a:cubicBezTo>
                  <a:cubicBezTo>
                    <a:pt x="17569" y="548"/>
                    <a:pt x="17618" y="605"/>
                    <a:pt x="17618" y="672"/>
                  </a:cubicBezTo>
                  <a:lnTo>
                    <a:pt x="17618" y="1381"/>
                  </a:lnTo>
                  <a:lnTo>
                    <a:pt x="9975" y="1381"/>
                  </a:lnTo>
                  <a:lnTo>
                    <a:pt x="9975" y="672"/>
                  </a:lnTo>
                  <a:cubicBezTo>
                    <a:pt x="9975" y="605"/>
                    <a:pt x="10024" y="548"/>
                    <a:pt x="10086" y="534"/>
                  </a:cubicBezTo>
                  <a:cubicBezTo>
                    <a:pt x="10095" y="532"/>
                    <a:pt x="10104" y="532"/>
                    <a:pt x="10114" y="532"/>
                  </a:cubicBezTo>
                  <a:close/>
                  <a:moveTo>
                    <a:pt x="4269" y="2608"/>
                  </a:moveTo>
                  <a:cubicBezTo>
                    <a:pt x="4281" y="2608"/>
                    <a:pt x="4290" y="2610"/>
                    <a:pt x="4293" y="2611"/>
                  </a:cubicBezTo>
                  <a:lnTo>
                    <a:pt x="5559" y="3346"/>
                  </a:lnTo>
                  <a:lnTo>
                    <a:pt x="4269" y="4093"/>
                  </a:lnTo>
                  <a:lnTo>
                    <a:pt x="2981" y="3346"/>
                  </a:lnTo>
                  <a:lnTo>
                    <a:pt x="4247" y="2611"/>
                  </a:lnTo>
                  <a:cubicBezTo>
                    <a:pt x="4250" y="2610"/>
                    <a:pt x="4258" y="2608"/>
                    <a:pt x="4269" y="2608"/>
                  </a:cubicBezTo>
                  <a:close/>
                  <a:moveTo>
                    <a:pt x="2716" y="3807"/>
                  </a:moveTo>
                  <a:lnTo>
                    <a:pt x="4003" y="4553"/>
                  </a:lnTo>
                  <a:lnTo>
                    <a:pt x="4003" y="6049"/>
                  </a:lnTo>
                  <a:lnTo>
                    <a:pt x="2741" y="5316"/>
                  </a:lnTo>
                  <a:cubicBezTo>
                    <a:pt x="2731" y="5308"/>
                    <a:pt x="2719" y="5286"/>
                    <a:pt x="2716" y="5275"/>
                  </a:cubicBezTo>
                  <a:lnTo>
                    <a:pt x="2716" y="3807"/>
                  </a:lnTo>
                  <a:close/>
                  <a:moveTo>
                    <a:pt x="5823" y="3807"/>
                  </a:moveTo>
                  <a:lnTo>
                    <a:pt x="5823" y="5275"/>
                  </a:lnTo>
                  <a:cubicBezTo>
                    <a:pt x="5821" y="5286"/>
                    <a:pt x="5808" y="5308"/>
                    <a:pt x="5799" y="5316"/>
                  </a:cubicBezTo>
                  <a:lnTo>
                    <a:pt x="4535" y="6049"/>
                  </a:lnTo>
                  <a:lnTo>
                    <a:pt x="4535" y="4553"/>
                  </a:lnTo>
                  <a:lnTo>
                    <a:pt x="5823" y="3807"/>
                  </a:lnTo>
                  <a:close/>
                  <a:moveTo>
                    <a:pt x="8008" y="4918"/>
                  </a:moveTo>
                  <a:lnTo>
                    <a:pt x="8008" y="6766"/>
                  </a:lnTo>
                  <a:cubicBezTo>
                    <a:pt x="8008" y="6842"/>
                    <a:pt x="7944" y="6905"/>
                    <a:pt x="7869" y="6905"/>
                  </a:cubicBezTo>
                  <a:lnTo>
                    <a:pt x="1737" y="6905"/>
                  </a:lnTo>
                  <a:lnTo>
                    <a:pt x="1737" y="5547"/>
                  </a:lnTo>
                  <a:cubicBezTo>
                    <a:pt x="1737" y="5262"/>
                    <a:pt x="1926" y="5022"/>
                    <a:pt x="2184" y="4945"/>
                  </a:cubicBezTo>
                  <a:lnTo>
                    <a:pt x="2184" y="5278"/>
                  </a:lnTo>
                  <a:cubicBezTo>
                    <a:pt x="2184" y="5469"/>
                    <a:pt x="2305" y="5678"/>
                    <a:pt x="2470" y="5774"/>
                  </a:cubicBezTo>
                  <a:lnTo>
                    <a:pt x="3983" y="6652"/>
                  </a:lnTo>
                  <a:cubicBezTo>
                    <a:pt x="4087" y="6711"/>
                    <a:pt x="4196" y="6724"/>
                    <a:pt x="4269" y="6724"/>
                  </a:cubicBezTo>
                  <a:cubicBezTo>
                    <a:pt x="4343" y="6724"/>
                    <a:pt x="4453" y="6711"/>
                    <a:pt x="4556" y="6652"/>
                  </a:cubicBezTo>
                  <a:lnTo>
                    <a:pt x="6069" y="5774"/>
                  </a:lnTo>
                  <a:cubicBezTo>
                    <a:pt x="6235" y="5678"/>
                    <a:pt x="6355" y="5469"/>
                    <a:pt x="6355" y="5278"/>
                  </a:cubicBezTo>
                  <a:lnTo>
                    <a:pt x="6355" y="4918"/>
                  </a:lnTo>
                  <a:close/>
                  <a:moveTo>
                    <a:pt x="15465" y="4918"/>
                  </a:moveTo>
                  <a:cubicBezTo>
                    <a:pt x="15809" y="4918"/>
                    <a:pt x="16088" y="5201"/>
                    <a:pt x="16088" y="5547"/>
                  </a:cubicBezTo>
                  <a:lnTo>
                    <a:pt x="16088" y="13080"/>
                  </a:lnTo>
                  <a:lnTo>
                    <a:pt x="7125" y="13080"/>
                  </a:lnTo>
                  <a:cubicBezTo>
                    <a:pt x="6978" y="13080"/>
                    <a:pt x="6859" y="13199"/>
                    <a:pt x="6859" y="13346"/>
                  </a:cubicBezTo>
                  <a:cubicBezTo>
                    <a:pt x="6859" y="13493"/>
                    <a:pt x="6978" y="13612"/>
                    <a:pt x="7125" y="13612"/>
                  </a:cubicBezTo>
                  <a:lnTo>
                    <a:pt x="16088" y="13612"/>
                  </a:lnTo>
                  <a:lnTo>
                    <a:pt x="16088" y="13996"/>
                  </a:lnTo>
                  <a:cubicBezTo>
                    <a:pt x="16088" y="14342"/>
                    <a:pt x="15808" y="14624"/>
                    <a:pt x="15465" y="14624"/>
                  </a:cubicBezTo>
                  <a:lnTo>
                    <a:pt x="2362" y="14624"/>
                  </a:lnTo>
                  <a:cubicBezTo>
                    <a:pt x="2018" y="14624"/>
                    <a:pt x="1737" y="14342"/>
                    <a:pt x="1737" y="13996"/>
                  </a:cubicBezTo>
                  <a:lnTo>
                    <a:pt x="1737" y="13612"/>
                  </a:lnTo>
                  <a:lnTo>
                    <a:pt x="5423" y="13612"/>
                  </a:lnTo>
                  <a:cubicBezTo>
                    <a:pt x="5570" y="13612"/>
                    <a:pt x="5689" y="13493"/>
                    <a:pt x="5689" y="13346"/>
                  </a:cubicBezTo>
                  <a:cubicBezTo>
                    <a:pt x="5689" y="13199"/>
                    <a:pt x="5570" y="13080"/>
                    <a:pt x="5423" y="13080"/>
                  </a:cubicBezTo>
                  <a:lnTo>
                    <a:pt x="1737" y="13080"/>
                  </a:lnTo>
                  <a:lnTo>
                    <a:pt x="1737" y="7437"/>
                  </a:lnTo>
                  <a:lnTo>
                    <a:pt x="7869" y="7437"/>
                  </a:lnTo>
                  <a:cubicBezTo>
                    <a:pt x="8239" y="7437"/>
                    <a:pt x="8540" y="7136"/>
                    <a:pt x="8540" y="6766"/>
                  </a:cubicBezTo>
                  <a:lnTo>
                    <a:pt x="8540" y="4918"/>
                  </a:lnTo>
                  <a:lnTo>
                    <a:pt x="9443" y="4918"/>
                  </a:lnTo>
                  <a:lnTo>
                    <a:pt x="9443" y="5668"/>
                  </a:lnTo>
                  <a:cubicBezTo>
                    <a:pt x="9443" y="6038"/>
                    <a:pt x="9744" y="6340"/>
                    <a:pt x="10114" y="6340"/>
                  </a:cubicBezTo>
                  <a:lnTo>
                    <a:pt x="15314" y="6340"/>
                  </a:lnTo>
                  <a:cubicBezTo>
                    <a:pt x="15460" y="6340"/>
                    <a:pt x="15579" y="6220"/>
                    <a:pt x="15579" y="6074"/>
                  </a:cubicBezTo>
                  <a:cubicBezTo>
                    <a:pt x="15579" y="5927"/>
                    <a:pt x="15460" y="5808"/>
                    <a:pt x="15314" y="5808"/>
                  </a:cubicBezTo>
                  <a:lnTo>
                    <a:pt x="10114" y="5808"/>
                  </a:lnTo>
                  <a:cubicBezTo>
                    <a:pt x="10039" y="5808"/>
                    <a:pt x="9975" y="5744"/>
                    <a:pt x="9975" y="5668"/>
                  </a:cubicBezTo>
                  <a:lnTo>
                    <a:pt x="9975" y="4918"/>
                  </a:lnTo>
                  <a:close/>
                  <a:moveTo>
                    <a:pt x="10629" y="15155"/>
                  </a:moveTo>
                  <a:lnTo>
                    <a:pt x="10629" y="15924"/>
                  </a:lnTo>
                  <a:lnTo>
                    <a:pt x="7197" y="15924"/>
                  </a:lnTo>
                  <a:lnTo>
                    <a:pt x="7197" y="15155"/>
                  </a:lnTo>
                  <a:close/>
                  <a:moveTo>
                    <a:pt x="12848" y="16456"/>
                  </a:moveTo>
                  <a:lnTo>
                    <a:pt x="12848" y="16916"/>
                  </a:lnTo>
                  <a:lnTo>
                    <a:pt x="4978" y="16916"/>
                  </a:lnTo>
                  <a:lnTo>
                    <a:pt x="4978" y="16456"/>
                  </a:lnTo>
                  <a:close/>
                  <a:moveTo>
                    <a:pt x="10114" y="0"/>
                  </a:moveTo>
                  <a:cubicBezTo>
                    <a:pt x="9744" y="0"/>
                    <a:pt x="9443" y="301"/>
                    <a:pt x="9443" y="672"/>
                  </a:cubicBezTo>
                  <a:lnTo>
                    <a:pt x="9443" y="4387"/>
                  </a:lnTo>
                  <a:lnTo>
                    <a:pt x="8540" y="4387"/>
                  </a:lnTo>
                  <a:lnTo>
                    <a:pt x="8540" y="3938"/>
                  </a:lnTo>
                  <a:cubicBezTo>
                    <a:pt x="8540" y="3791"/>
                    <a:pt x="8420" y="3672"/>
                    <a:pt x="8274" y="3672"/>
                  </a:cubicBezTo>
                  <a:cubicBezTo>
                    <a:pt x="8127" y="3672"/>
                    <a:pt x="8008" y="3791"/>
                    <a:pt x="8008" y="3938"/>
                  </a:cubicBezTo>
                  <a:lnTo>
                    <a:pt x="8008" y="4387"/>
                  </a:lnTo>
                  <a:lnTo>
                    <a:pt x="6355" y="4387"/>
                  </a:lnTo>
                  <a:lnTo>
                    <a:pt x="6355" y="3522"/>
                  </a:lnTo>
                  <a:cubicBezTo>
                    <a:pt x="6355" y="3331"/>
                    <a:pt x="6235" y="3123"/>
                    <a:pt x="6069" y="3026"/>
                  </a:cubicBezTo>
                  <a:lnTo>
                    <a:pt x="4556" y="2149"/>
                  </a:lnTo>
                  <a:cubicBezTo>
                    <a:pt x="4453" y="2089"/>
                    <a:pt x="4343" y="2076"/>
                    <a:pt x="4269" y="2076"/>
                  </a:cubicBezTo>
                  <a:cubicBezTo>
                    <a:pt x="4195" y="2076"/>
                    <a:pt x="4087" y="2089"/>
                    <a:pt x="3983" y="2149"/>
                  </a:cubicBezTo>
                  <a:lnTo>
                    <a:pt x="2470" y="3026"/>
                  </a:lnTo>
                  <a:cubicBezTo>
                    <a:pt x="2304" y="3123"/>
                    <a:pt x="2184" y="3331"/>
                    <a:pt x="2184" y="3522"/>
                  </a:cubicBezTo>
                  <a:lnTo>
                    <a:pt x="2184" y="4401"/>
                  </a:lnTo>
                  <a:cubicBezTo>
                    <a:pt x="1631" y="4486"/>
                    <a:pt x="1206" y="4968"/>
                    <a:pt x="1206" y="5547"/>
                  </a:cubicBezTo>
                  <a:lnTo>
                    <a:pt x="1206" y="6905"/>
                  </a:lnTo>
                  <a:lnTo>
                    <a:pt x="671" y="6905"/>
                  </a:lnTo>
                  <a:cubicBezTo>
                    <a:pt x="596" y="6905"/>
                    <a:pt x="532" y="6842"/>
                    <a:pt x="532" y="6766"/>
                  </a:cubicBezTo>
                  <a:lnTo>
                    <a:pt x="532" y="1972"/>
                  </a:lnTo>
                  <a:cubicBezTo>
                    <a:pt x="532" y="1896"/>
                    <a:pt x="596" y="1831"/>
                    <a:pt x="671" y="1831"/>
                  </a:cubicBezTo>
                  <a:lnTo>
                    <a:pt x="7869" y="1831"/>
                  </a:lnTo>
                  <a:cubicBezTo>
                    <a:pt x="7944" y="1831"/>
                    <a:pt x="8008" y="1896"/>
                    <a:pt x="8008" y="1972"/>
                  </a:cubicBezTo>
                  <a:lnTo>
                    <a:pt x="8008" y="2449"/>
                  </a:lnTo>
                  <a:cubicBezTo>
                    <a:pt x="8008" y="2596"/>
                    <a:pt x="8126" y="2715"/>
                    <a:pt x="8274" y="2715"/>
                  </a:cubicBezTo>
                  <a:cubicBezTo>
                    <a:pt x="8419" y="2715"/>
                    <a:pt x="8539" y="2596"/>
                    <a:pt x="8539" y="2449"/>
                  </a:cubicBezTo>
                  <a:lnTo>
                    <a:pt x="8539" y="1972"/>
                  </a:lnTo>
                  <a:cubicBezTo>
                    <a:pt x="8539" y="1601"/>
                    <a:pt x="8239" y="1300"/>
                    <a:pt x="7869" y="1300"/>
                  </a:cubicBezTo>
                  <a:lnTo>
                    <a:pt x="671" y="1300"/>
                  </a:lnTo>
                  <a:cubicBezTo>
                    <a:pt x="300" y="1300"/>
                    <a:pt x="0" y="1601"/>
                    <a:pt x="0" y="1972"/>
                  </a:cubicBezTo>
                  <a:lnTo>
                    <a:pt x="0" y="6766"/>
                  </a:lnTo>
                  <a:cubicBezTo>
                    <a:pt x="0" y="7136"/>
                    <a:pt x="301" y="7437"/>
                    <a:pt x="671" y="7437"/>
                  </a:cubicBezTo>
                  <a:lnTo>
                    <a:pt x="1206" y="7437"/>
                  </a:lnTo>
                  <a:lnTo>
                    <a:pt x="1206" y="13996"/>
                  </a:lnTo>
                  <a:cubicBezTo>
                    <a:pt x="1206" y="14636"/>
                    <a:pt x="1724" y="15156"/>
                    <a:pt x="2362" y="15156"/>
                  </a:cubicBezTo>
                  <a:lnTo>
                    <a:pt x="6665" y="15156"/>
                  </a:lnTo>
                  <a:lnTo>
                    <a:pt x="6665" y="15924"/>
                  </a:lnTo>
                  <a:lnTo>
                    <a:pt x="4889" y="15924"/>
                  </a:lnTo>
                  <a:cubicBezTo>
                    <a:pt x="4645" y="15924"/>
                    <a:pt x="4446" y="16122"/>
                    <a:pt x="4446" y="16367"/>
                  </a:cubicBezTo>
                  <a:lnTo>
                    <a:pt x="4446" y="17004"/>
                  </a:lnTo>
                  <a:cubicBezTo>
                    <a:pt x="4446" y="17249"/>
                    <a:pt x="4645" y="17448"/>
                    <a:pt x="4889" y="17448"/>
                  </a:cubicBezTo>
                  <a:lnTo>
                    <a:pt x="12937" y="17448"/>
                  </a:lnTo>
                  <a:cubicBezTo>
                    <a:pt x="13180" y="17448"/>
                    <a:pt x="13380" y="17249"/>
                    <a:pt x="13380" y="17004"/>
                  </a:cubicBezTo>
                  <a:lnTo>
                    <a:pt x="13380" y="16367"/>
                  </a:lnTo>
                  <a:cubicBezTo>
                    <a:pt x="13380" y="16122"/>
                    <a:pt x="13180" y="15924"/>
                    <a:pt x="12937" y="15924"/>
                  </a:cubicBezTo>
                  <a:lnTo>
                    <a:pt x="11161" y="15924"/>
                  </a:lnTo>
                  <a:lnTo>
                    <a:pt x="11161" y="15156"/>
                  </a:lnTo>
                  <a:lnTo>
                    <a:pt x="15465" y="15156"/>
                  </a:lnTo>
                  <a:cubicBezTo>
                    <a:pt x="16101" y="15156"/>
                    <a:pt x="16620" y="14636"/>
                    <a:pt x="16620" y="13996"/>
                  </a:cubicBezTo>
                  <a:lnTo>
                    <a:pt x="16620" y="5547"/>
                  </a:lnTo>
                  <a:cubicBezTo>
                    <a:pt x="16620" y="4907"/>
                    <a:pt x="16101" y="4387"/>
                    <a:pt x="15465" y="4387"/>
                  </a:cubicBezTo>
                  <a:lnTo>
                    <a:pt x="9975" y="4387"/>
                  </a:lnTo>
                  <a:lnTo>
                    <a:pt x="9975" y="1913"/>
                  </a:lnTo>
                  <a:lnTo>
                    <a:pt x="17618" y="1913"/>
                  </a:lnTo>
                  <a:lnTo>
                    <a:pt x="17618" y="5668"/>
                  </a:lnTo>
                  <a:cubicBezTo>
                    <a:pt x="17618" y="5744"/>
                    <a:pt x="17554" y="5808"/>
                    <a:pt x="17479" y="5808"/>
                  </a:cubicBezTo>
                  <a:lnTo>
                    <a:pt x="17121" y="5808"/>
                  </a:lnTo>
                  <a:cubicBezTo>
                    <a:pt x="16974" y="5808"/>
                    <a:pt x="16855" y="5927"/>
                    <a:pt x="16855" y="6074"/>
                  </a:cubicBezTo>
                  <a:cubicBezTo>
                    <a:pt x="16855" y="6220"/>
                    <a:pt x="16974" y="6340"/>
                    <a:pt x="17121" y="6340"/>
                  </a:cubicBezTo>
                  <a:lnTo>
                    <a:pt x="17479" y="6340"/>
                  </a:lnTo>
                  <a:cubicBezTo>
                    <a:pt x="17849" y="6340"/>
                    <a:pt x="18150" y="6038"/>
                    <a:pt x="18150" y="5667"/>
                  </a:cubicBezTo>
                  <a:lnTo>
                    <a:pt x="18150" y="672"/>
                  </a:lnTo>
                  <a:cubicBezTo>
                    <a:pt x="18150" y="301"/>
                    <a:pt x="17849" y="0"/>
                    <a:pt x="17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2956187" y="1525375"/>
              <a:ext cx="71343" cy="17678"/>
            </a:xfrm>
            <a:custGeom>
              <a:avLst/>
              <a:gdLst/>
              <a:ahLst/>
              <a:cxnLst/>
              <a:rect l="l" t="t" r="r" b="b"/>
              <a:pathLst>
                <a:path w="2151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1884" y="533"/>
                  </a:lnTo>
                  <a:cubicBezTo>
                    <a:pt x="2031" y="533"/>
                    <a:pt x="2150" y="414"/>
                    <a:pt x="2150" y="267"/>
                  </a:cubicBezTo>
                  <a:cubicBezTo>
                    <a:pt x="2150" y="120"/>
                    <a:pt x="2031" y="1"/>
                    <a:pt x="1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2956187" y="1553700"/>
              <a:ext cx="71343" cy="17678"/>
            </a:xfrm>
            <a:custGeom>
              <a:avLst/>
              <a:gdLst/>
              <a:ahLst/>
              <a:cxnLst/>
              <a:rect l="l" t="t" r="r" b="b"/>
              <a:pathLst>
                <a:path w="2151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884" y="532"/>
                  </a:lnTo>
                  <a:cubicBezTo>
                    <a:pt x="2031" y="532"/>
                    <a:pt x="2150" y="413"/>
                    <a:pt x="2150" y="266"/>
                  </a:cubicBezTo>
                  <a:cubicBezTo>
                    <a:pt x="2150" y="119"/>
                    <a:pt x="2031" y="0"/>
                    <a:pt x="1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3047763" y="1525375"/>
              <a:ext cx="113499" cy="17678"/>
            </a:xfrm>
            <a:custGeom>
              <a:avLst/>
              <a:gdLst/>
              <a:ahLst/>
              <a:cxnLst/>
              <a:rect l="l" t="t" r="r" b="b"/>
              <a:pathLst>
                <a:path w="3422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3155" y="533"/>
                  </a:lnTo>
                  <a:cubicBezTo>
                    <a:pt x="3302" y="533"/>
                    <a:pt x="3421" y="414"/>
                    <a:pt x="3421" y="267"/>
                  </a:cubicBezTo>
                  <a:cubicBezTo>
                    <a:pt x="3421" y="120"/>
                    <a:pt x="3302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3047763" y="1553700"/>
              <a:ext cx="113499" cy="17678"/>
            </a:xfrm>
            <a:custGeom>
              <a:avLst/>
              <a:gdLst/>
              <a:ahLst/>
              <a:cxnLst/>
              <a:rect l="l" t="t" r="r" b="b"/>
              <a:pathLst>
                <a:path w="3422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155" y="532"/>
                  </a:lnTo>
                  <a:cubicBezTo>
                    <a:pt x="3302" y="532"/>
                    <a:pt x="3421" y="413"/>
                    <a:pt x="3421" y="266"/>
                  </a:cubicBezTo>
                  <a:cubicBezTo>
                    <a:pt x="3421" y="119"/>
                    <a:pt x="3302" y="0"/>
                    <a:pt x="3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8"/>
          <p:cNvSpPr/>
          <p:nvPr/>
        </p:nvSpPr>
        <p:spPr>
          <a:xfrm rot="5400000">
            <a:off x="1252872" y="2323950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38"/>
          <p:cNvSpPr/>
          <p:nvPr/>
        </p:nvSpPr>
        <p:spPr>
          <a:xfrm rot="5400000">
            <a:off x="5075776" y="2323950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38"/>
          <p:cNvSpPr/>
          <p:nvPr/>
        </p:nvSpPr>
        <p:spPr>
          <a:xfrm rot="5400000">
            <a:off x="6987227" y="263004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38"/>
          <p:cNvSpPr/>
          <p:nvPr/>
        </p:nvSpPr>
        <p:spPr>
          <a:xfrm rot="5400000">
            <a:off x="3164324" y="263004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3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374" name="Google Shape;1374;p38"/>
          <p:cNvSpPr/>
          <p:nvPr/>
        </p:nvSpPr>
        <p:spPr>
          <a:xfrm rot="10800000">
            <a:off x="6484674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38"/>
          <p:cNvSpPr/>
          <p:nvPr/>
        </p:nvSpPr>
        <p:spPr>
          <a:xfrm rot="10800000">
            <a:off x="4573201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38"/>
          <p:cNvSpPr/>
          <p:nvPr/>
        </p:nvSpPr>
        <p:spPr>
          <a:xfrm rot="10800000">
            <a:off x="2661771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38"/>
          <p:cNvSpPr/>
          <p:nvPr/>
        </p:nvSpPr>
        <p:spPr>
          <a:xfrm rot="10800000">
            <a:off x="750298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38"/>
          <p:cNvSpPr/>
          <p:nvPr/>
        </p:nvSpPr>
        <p:spPr>
          <a:xfrm rot="10800000">
            <a:off x="6397730" y="2776039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38"/>
          <p:cNvSpPr/>
          <p:nvPr/>
        </p:nvSpPr>
        <p:spPr>
          <a:xfrm rot="10800000">
            <a:off x="448880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38"/>
          <p:cNvSpPr/>
          <p:nvPr/>
        </p:nvSpPr>
        <p:spPr>
          <a:xfrm rot="10800000">
            <a:off x="257983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1" name="Google Shape;1381;p38"/>
          <p:cNvGrpSpPr/>
          <p:nvPr/>
        </p:nvGrpSpPr>
        <p:grpSpPr>
          <a:xfrm>
            <a:off x="7225927" y="2753510"/>
            <a:ext cx="426501" cy="536674"/>
            <a:chOff x="2636386" y="3145176"/>
            <a:chExt cx="478408" cy="601990"/>
          </a:xfrm>
        </p:grpSpPr>
        <p:sp>
          <p:nvSpPr>
            <p:cNvPr id="1382" name="Google Shape;1382;p38"/>
            <p:cNvSpPr/>
            <p:nvPr/>
          </p:nvSpPr>
          <p:spPr>
            <a:xfrm>
              <a:off x="2849653" y="3556785"/>
              <a:ext cx="51874" cy="17678"/>
            </a:xfrm>
            <a:custGeom>
              <a:avLst/>
              <a:gdLst/>
              <a:ahLst/>
              <a:cxnLst/>
              <a:rect l="l" t="t" r="r" b="b"/>
              <a:pathLst>
                <a:path w="1564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297" y="532"/>
                  </a:lnTo>
                  <a:cubicBezTo>
                    <a:pt x="1444" y="532"/>
                    <a:pt x="1563" y="413"/>
                    <a:pt x="1563" y="266"/>
                  </a:cubicBezTo>
                  <a:cubicBezTo>
                    <a:pt x="1563" y="119"/>
                    <a:pt x="1444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2895093" y="3384513"/>
              <a:ext cx="120232" cy="79171"/>
            </a:xfrm>
            <a:custGeom>
              <a:avLst/>
              <a:gdLst/>
              <a:ahLst/>
              <a:cxnLst/>
              <a:rect l="l" t="t" r="r" b="b"/>
              <a:pathLst>
                <a:path w="3625" h="2387" extrusionOk="0">
                  <a:moveTo>
                    <a:pt x="1812" y="965"/>
                  </a:moveTo>
                  <a:cubicBezTo>
                    <a:pt x="1939" y="965"/>
                    <a:pt x="2041" y="1068"/>
                    <a:pt x="2041" y="1194"/>
                  </a:cubicBezTo>
                  <a:cubicBezTo>
                    <a:pt x="2041" y="1319"/>
                    <a:pt x="1939" y="1422"/>
                    <a:pt x="1812" y="1422"/>
                  </a:cubicBezTo>
                  <a:cubicBezTo>
                    <a:pt x="1685" y="1422"/>
                    <a:pt x="1582" y="1319"/>
                    <a:pt x="1582" y="1194"/>
                  </a:cubicBezTo>
                  <a:cubicBezTo>
                    <a:pt x="1582" y="1067"/>
                    <a:pt x="1685" y="965"/>
                    <a:pt x="1812" y="965"/>
                  </a:cubicBezTo>
                  <a:close/>
                  <a:moveTo>
                    <a:pt x="2306" y="617"/>
                  </a:moveTo>
                  <a:lnTo>
                    <a:pt x="2306" y="617"/>
                  </a:lnTo>
                  <a:cubicBezTo>
                    <a:pt x="2607" y="722"/>
                    <a:pt x="2870" y="921"/>
                    <a:pt x="3055" y="1194"/>
                  </a:cubicBezTo>
                  <a:cubicBezTo>
                    <a:pt x="2870" y="1466"/>
                    <a:pt x="2608" y="1665"/>
                    <a:pt x="2306" y="1770"/>
                  </a:cubicBezTo>
                  <a:cubicBezTo>
                    <a:pt x="2469" y="1630"/>
                    <a:pt x="2573" y="1424"/>
                    <a:pt x="2573" y="1193"/>
                  </a:cubicBezTo>
                  <a:cubicBezTo>
                    <a:pt x="2573" y="963"/>
                    <a:pt x="2469" y="757"/>
                    <a:pt x="2306" y="617"/>
                  </a:cubicBezTo>
                  <a:close/>
                  <a:moveTo>
                    <a:pt x="1317" y="617"/>
                  </a:moveTo>
                  <a:lnTo>
                    <a:pt x="1317" y="617"/>
                  </a:lnTo>
                  <a:cubicBezTo>
                    <a:pt x="1154" y="757"/>
                    <a:pt x="1050" y="963"/>
                    <a:pt x="1050" y="1194"/>
                  </a:cubicBezTo>
                  <a:cubicBezTo>
                    <a:pt x="1050" y="1424"/>
                    <a:pt x="1154" y="1631"/>
                    <a:pt x="1317" y="1771"/>
                  </a:cubicBezTo>
                  <a:cubicBezTo>
                    <a:pt x="1017" y="1666"/>
                    <a:pt x="754" y="1466"/>
                    <a:pt x="569" y="1194"/>
                  </a:cubicBezTo>
                  <a:cubicBezTo>
                    <a:pt x="754" y="921"/>
                    <a:pt x="1017" y="721"/>
                    <a:pt x="1317" y="617"/>
                  </a:cubicBezTo>
                  <a:close/>
                  <a:moveTo>
                    <a:pt x="1812" y="1"/>
                  </a:moveTo>
                  <a:cubicBezTo>
                    <a:pt x="1109" y="1"/>
                    <a:pt x="465" y="357"/>
                    <a:pt x="91" y="954"/>
                  </a:cubicBezTo>
                  <a:cubicBezTo>
                    <a:pt x="0" y="1100"/>
                    <a:pt x="0" y="1287"/>
                    <a:pt x="91" y="1433"/>
                  </a:cubicBezTo>
                  <a:cubicBezTo>
                    <a:pt x="465" y="2030"/>
                    <a:pt x="1109" y="2386"/>
                    <a:pt x="1812" y="2386"/>
                  </a:cubicBezTo>
                  <a:cubicBezTo>
                    <a:pt x="2516" y="2386"/>
                    <a:pt x="3158" y="2030"/>
                    <a:pt x="3532" y="1433"/>
                  </a:cubicBezTo>
                  <a:cubicBezTo>
                    <a:pt x="3624" y="1287"/>
                    <a:pt x="3624" y="1100"/>
                    <a:pt x="3532" y="954"/>
                  </a:cubicBezTo>
                  <a:cubicBezTo>
                    <a:pt x="3158" y="357"/>
                    <a:pt x="2515" y="1"/>
                    <a:pt x="1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2893335" y="3344745"/>
              <a:ext cx="115821" cy="29121"/>
            </a:xfrm>
            <a:custGeom>
              <a:avLst/>
              <a:gdLst/>
              <a:ahLst/>
              <a:cxnLst/>
              <a:rect l="l" t="t" r="r" b="b"/>
              <a:pathLst>
                <a:path w="3492" h="878" extrusionOk="0">
                  <a:moveTo>
                    <a:pt x="1746" y="1"/>
                  </a:moveTo>
                  <a:cubicBezTo>
                    <a:pt x="1209" y="1"/>
                    <a:pt x="673" y="125"/>
                    <a:pt x="183" y="374"/>
                  </a:cubicBezTo>
                  <a:cubicBezTo>
                    <a:pt x="53" y="441"/>
                    <a:pt x="1" y="601"/>
                    <a:pt x="67" y="732"/>
                  </a:cubicBezTo>
                  <a:cubicBezTo>
                    <a:pt x="115" y="824"/>
                    <a:pt x="208" y="877"/>
                    <a:pt x="305" y="877"/>
                  </a:cubicBezTo>
                  <a:cubicBezTo>
                    <a:pt x="345" y="877"/>
                    <a:pt x="386" y="868"/>
                    <a:pt x="425" y="849"/>
                  </a:cubicBezTo>
                  <a:cubicBezTo>
                    <a:pt x="838" y="638"/>
                    <a:pt x="1292" y="532"/>
                    <a:pt x="1746" y="532"/>
                  </a:cubicBezTo>
                  <a:cubicBezTo>
                    <a:pt x="2200" y="532"/>
                    <a:pt x="2653" y="638"/>
                    <a:pt x="3067" y="849"/>
                  </a:cubicBezTo>
                  <a:cubicBezTo>
                    <a:pt x="3106" y="868"/>
                    <a:pt x="3147" y="878"/>
                    <a:pt x="3188" y="878"/>
                  </a:cubicBezTo>
                  <a:cubicBezTo>
                    <a:pt x="3284" y="878"/>
                    <a:pt x="3378" y="824"/>
                    <a:pt x="3425" y="732"/>
                  </a:cubicBezTo>
                  <a:cubicBezTo>
                    <a:pt x="3492" y="601"/>
                    <a:pt x="3439" y="441"/>
                    <a:pt x="3309" y="374"/>
                  </a:cubicBezTo>
                  <a:cubicBezTo>
                    <a:pt x="2820" y="125"/>
                    <a:pt x="2283" y="1"/>
                    <a:pt x="1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2730250" y="3349223"/>
              <a:ext cx="114163" cy="114096"/>
            </a:xfrm>
            <a:custGeom>
              <a:avLst/>
              <a:gdLst/>
              <a:ahLst/>
              <a:cxnLst/>
              <a:rect l="l" t="t" r="r" b="b"/>
              <a:pathLst>
                <a:path w="3442" h="3440" extrusionOk="0">
                  <a:moveTo>
                    <a:pt x="1720" y="532"/>
                  </a:moveTo>
                  <a:cubicBezTo>
                    <a:pt x="2285" y="532"/>
                    <a:pt x="2757" y="926"/>
                    <a:pt x="2879" y="1454"/>
                  </a:cubicBezTo>
                  <a:lnTo>
                    <a:pt x="563" y="1454"/>
                  </a:lnTo>
                  <a:cubicBezTo>
                    <a:pt x="684" y="926"/>
                    <a:pt x="1157" y="532"/>
                    <a:pt x="1720" y="532"/>
                  </a:cubicBezTo>
                  <a:close/>
                  <a:moveTo>
                    <a:pt x="2879" y="1986"/>
                  </a:moveTo>
                  <a:cubicBezTo>
                    <a:pt x="2757" y="2514"/>
                    <a:pt x="2285" y="2908"/>
                    <a:pt x="1720" y="2908"/>
                  </a:cubicBezTo>
                  <a:cubicBezTo>
                    <a:pt x="1157" y="2908"/>
                    <a:pt x="684" y="2514"/>
                    <a:pt x="563" y="1986"/>
                  </a:cubicBezTo>
                  <a:close/>
                  <a:moveTo>
                    <a:pt x="1720" y="0"/>
                  </a:moveTo>
                  <a:cubicBezTo>
                    <a:pt x="773" y="0"/>
                    <a:pt x="1" y="771"/>
                    <a:pt x="1" y="1720"/>
                  </a:cubicBezTo>
                  <a:cubicBezTo>
                    <a:pt x="1" y="2669"/>
                    <a:pt x="773" y="3440"/>
                    <a:pt x="1720" y="3440"/>
                  </a:cubicBezTo>
                  <a:cubicBezTo>
                    <a:pt x="2669" y="3440"/>
                    <a:pt x="3441" y="2669"/>
                    <a:pt x="3441" y="1720"/>
                  </a:cubicBezTo>
                  <a:cubicBezTo>
                    <a:pt x="3441" y="771"/>
                    <a:pt x="2669" y="0"/>
                    <a:pt x="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2636386" y="3145176"/>
              <a:ext cx="478408" cy="601990"/>
            </a:xfrm>
            <a:custGeom>
              <a:avLst/>
              <a:gdLst/>
              <a:ahLst/>
              <a:cxnLst/>
              <a:rect l="l" t="t" r="r" b="b"/>
              <a:pathLst>
                <a:path w="14424" h="18150" extrusionOk="0">
                  <a:moveTo>
                    <a:pt x="7369" y="533"/>
                  </a:moveTo>
                  <a:cubicBezTo>
                    <a:pt x="7983" y="533"/>
                    <a:pt x="8481" y="1031"/>
                    <a:pt x="8481" y="1644"/>
                  </a:cubicBezTo>
                  <a:lnTo>
                    <a:pt x="8481" y="2346"/>
                  </a:lnTo>
                  <a:cubicBezTo>
                    <a:pt x="8109" y="2318"/>
                    <a:pt x="7698" y="2305"/>
                    <a:pt x="7238" y="2305"/>
                  </a:cubicBezTo>
                  <a:lnTo>
                    <a:pt x="7185" y="2305"/>
                  </a:lnTo>
                  <a:cubicBezTo>
                    <a:pt x="6070" y="2305"/>
                    <a:pt x="4659" y="2372"/>
                    <a:pt x="3640" y="2887"/>
                  </a:cubicBezTo>
                  <a:cubicBezTo>
                    <a:pt x="3203" y="3108"/>
                    <a:pt x="2859" y="3395"/>
                    <a:pt x="2607" y="3752"/>
                  </a:cubicBezTo>
                  <a:lnTo>
                    <a:pt x="2607" y="1644"/>
                  </a:lnTo>
                  <a:cubicBezTo>
                    <a:pt x="2607" y="1031"/>
                    <a:pt x="3106" y="533"/>
                    <a:pt x="3719" y="533"/>
                  </a:cubicBezTo>
                  <a:close/>
                  <a:moveTo>
                    <a:pt x="5728" y="2898"/>
                  </a:moveTo>
                  <a:lnTo>
                    <a:pt x="5728" y="3998"/>
                  </a:lnTo>
                  <a:lnTo>
                    <a:pt x="3087" y="3998"/>
                  </a:lnTo>
                  <a:cubicBezTo>
                    <a:pt x="3286" y="3739"/>
                    <a:pt x="3549" y="3529"/>
                    <a:pt x="3880" y="3361"/>
                  </a:cubicBezTo>
                  <a:cubicBezTo>
                    <a:pt x="4346" y="3125"/>
                    <a:pt x="4940" y="2975"/>
                    <a:pt x="5728" y="2898"/>
                  </a:cubicBezTo>
                  <a:close/>
                  <a:moveTo>
                    <a:pt x="1304" y="4935"/>
                  </a:moveTo>
                  <a:cubicBezTo>
                    <a:pt x="1456" y="4935"/>
                    <a:pt x="1579" y="5060"/>
                    <a:pt x="1579" y="5212"/>
                  </a:cubicBezTo>
                  <a:cubicBezTo>
                    <a:pt x="1579" y="5363"/>
                    <a:pt x="1456" y="5487"/>
                    <a:pt x="1304" y="5487"/>
                  </a:cubicBezTo>
                  <a:cubicBezTo>
                    <a:pt x="1152" y="5487"/>
                    <a:pt x="1029" y="5363"/>
                    <a:pt x="1029" y="5212"/>
                  </a:cubicBezTo>
                  <a:cubicBezTo>
                    <a:pt x="1029" y="5060"/>
                    <a:pt x="1152" y="4935"/>
                    <a:pt x="1304" y="4935"/>
                  </a:cubicBezTo>
                  <a:close/>
                  <a:moveTo>
                    <a:pt x="2075" y="5448"/>
                  </a:moveTo>
                  <a:lnTo>
                    <a:pt x="2075" y="6797"/>
                  </a:lnTo>
                  <a:cubicBezTo>
                    <a:pt x="2033" y="6895"/>
                    <a:pt x="1996" y="6994"/>
                    <a:pt x="1965" y="7097"/>
                  </a:cubicBezTo>
                  <a:lnTo>
                    <a:pt x="1570" y="7097"/>
                  </a:lnTo>
                  <a:lnTo>
                    <a:pt x="1570" y="5972"/>
                  </a:lnTo>
                  <a:cubicBezTo>
                    <a:pt x="1810" y="5888"/>
                    <a:pt x="2000" y="5693"/>
                    <a:pt x="2075" y="5448"/>
                  </a:cubicBezTo>
                  <a:close/>
                  <a:moveTo>
                    <a:pt x="1861" y="7629"/>
                  </a:moveTo>
                  <a:cubicBezTo>
                    <a:pt x="1854" y="7709"/>
                    <a:pt x="1850" y="7791"/>
                    <a:pt x="1850" y="7872"/>
                  </a:cubicBezTo>
                  <a:cubicBezTo>
                    <a:pt x="1850" y="8254"/>
                    <a:pt x="1930" y="8616"/>
                    <a:pt x="2073" y="8946"/>
                  </a:cubicBezTo>
                  <a:lnTo>
                    <a:pt x="814" y="8946"/>
                  </a:lnTo>
                  <a:lnTo>
                    <a:pt x="814" y="7783"/>
                  </a:lnTo>
                  <a:cubicBezTo>
                    <a:pt x="814" y="7697"/>
                    <a:pt x="883" y="7629"/>
                    <a:pt x="968" y="7629"/>
                  </a:cubicBezTo>
                  <a:close/>
                  <a:moveTo>
                    <a:pt x="5728" y="4530"/>
                  </a:moveTo>
                  <a:lnTo>
                    <a:pt x="5728" y="5441"/>
                  </a:lnTo>
                  <a:cubicBezTo>
                    <a:pt x="5628" y="5392"/>
                    <a:pt x="5525" y="5349"/>
                    <a:pt x="5418" y="5313"/>
                  </a:cubicBezTo>
                  <a:cubicBezTo>
                    <a:pt x="5390" y="5304"/>
                    <a:pt x="5361" y="5299"/>
                    <a:pt x="5332" y="5299"/>
                  </a:cubicBezTo>
                  <a:cubicBezTo>
                    <a:pt x="5222" y="5299"/>
                    <a:pt x="5119" y="5369"/>
                    <a:pt x="5081" y="5480"/>
                  </a:cubicBezTo>
                  <a:cubicBezTo>
                    <a:pt x="5034" y="5618"/>
                    <a:pt x="5109" y="5769"/>
                    <a:pt x="5248" y="5816"/>
                  </a:cubicBezTo>
                  <a:cubicBezTo>
                    <a:pt x="6129" y="6115"/>
                    <a:pt x="6720" y="6941"/>
                    <a:pt x="6720" y="7872"/>
                  </a:cubicBezTo>
                  <a:cubicBezTo>
                    <a:pt x="6720" y="9068"/>
                    <a:pt x="5748" y="10041"/>
                    <a:pt x="4550" y="10041"/>
                  </a:cubicBezTo>
                  <a:cubicBezTo>
                    <a:pt x="3354" y="10041"/>
                    <a:pt x="2381" y="9068"/>
                    <a:pt x="2381" y="7872"/>
                  </a:cubicBezTo>
                  <a:cubicBezTo>
                    <a:pt x="2382" y="6969"/>
                    <a:pt x="2950" y="6152"/>
                    <a:pt x="3795" y="5838"/>
                  </a:cubicBezTo>
                  <a:cubicBezTo>
                    <a:pt x="3932" y="5787"/>
                    <a:pt x="4003" y="5634"/>
                    <a:pt x="3952" y="5496"/>
                  </a:cubicBezTo>
                  <a:cubicBezTo>
                    <a:pt x="3912" y="5389"/>
                    <a:pt x="3810" y="5323"/>
                    <a:pt x="3702" y="5323"/>
                  </a:cubicBezTo>
                  <a:cubicBezTo>
                    <a:pt x="3671" y="5323"/>
                    <a:pt x="3640" y="5328"/>
                    <a:pt x="3610" y="5339"/>
                  </a:cubicBezTo>
                  <a:cubicBezTo>
                    <a:pt x="3223" y="5484"/>
                    <a:pt x="2882" y="5712"/>
                    <a:pt x="2607" y="5999"/>
                  </a:cubicBezTo>
                  <a:lnTo>
                    <a:pt x="2607" y="5683"/>
                  </a:lnTo>
                  <a:cubicBezTo>
                    <a:pt x="2607" y="5239"/>
                    <a:pt x="2667" y="4857"/>
                    <a:pt x="2793" y="4530"/>
                  </a:cubicBezTo>
                  <a:close/>
                  <a:moveTo>
                    <a:pt x="12349" y="7641"/>
                  </a:moveTo>
                  <a:cubicBezTo>
                    <a:pt x="12950" y="7725"/>
                    <a:pt x="13415" y="8243"/>
                    <a:pt x="13415" y="8867"/>
                  </a:cubicBezTo>
                  <a:lnTo>
                    <a:pt x="13415" y="9029"/>
                  </a:lnTo>
                  <a:cubicBezTo>
                    <a:pt x="13415" y="9658"/>
                    <a:pt x="12942" y="10180"/>
                    <a:pt x="12332" y="10257"/>
                  </a:cubicBezTo>
                  <a:cubicBezTo>
                    <a:pt x="12342" y="10125"/>
                    <a:pt x="12349" y="9991"/>
                    <a:pt x="12349" y="9857"/>
                  </a:cubicBezTo>
                  <a:lnTo>
                    <a:pt x="12349" y="9214"/>
                  </a:lnTo>
                  <a:lnTo>
                    <a:pt x="12653" y="9214"/>
                  </a:lnTo>
                  <a:cubicBezTo>
                    <a:pt x="12800" y="9214"/>
                    <a:pt x="12919" y="9095"/>
                    <a:pt x="12919" y="8948"/>
                  </a:cubicBezTo>
                  <a:cubicBezTo>
                    <a:pt x="12919" y="8801"/>
                    <a:pt x="12800" y="8682"/>
                    <a:pt x="12653" y="8682"/>
                  </a:cubicBezTo>
                  <a:lnTo>
                    <a:pt x="12349" y="8682"/>
                  </a:lnTo>
                  <a:lnTo>
                    <a:pt x="12349" y="7641"/>
                  </a:lnTo>
                  <a:close/>
                  <a:moveTo>
                    <a:pt x="2075" y="9478"/>
                  </a:moveTo>
                  <a:lnTo>
                    <a:pt x="2075" y="9857"/>
                  </a:lnTo>
                  <a:cubicBezTo>
                    <a:pt x="2075" y="9994"/>
                    <a:pt x="2081" y="10132"/>
                    <a:pt x="2091" y="10267"/>
                  </a:cubicBezTo>
                  <a:lnTo>
                    <a:pt x="968" y="10267"/>
                  </a:lnTo>
                  <a:cubicBezTo>
                    <a:pt x="883" y="10267"/>
                    <a:pt x="814" y="10199"/>
                    <a:pt x="814" y="10113"/>
                  </a:cubicBezTo>
                  <a:lnTo>
                    <a:pt x="814" y="9478"/>
                  </a:lnTo>
                  <a:close/>
                  <a:moveTo>
                    <a:pt x="4185" y="10548"/>
                  </a:moveTo>
                  <a:cubicBezTo>
                    <a:pt x="4305" y="10564"/>
                    <a:pt x="4427" y="10573"/>
                    <a:pt x="4550" y="10573"/>
                  </a:cubicBezTo>
                  <a:cubicBezTo>
                    <a:pt x="4568" y="10573"/>
                    <a:pt x="4584" y="10573"/>
                    <a:pt x="4601" y="10572"/>
                  </a:cubicBezTo>
                  <a:lnTo>
                    <a:pt x="4601" y="10888"/>
                  </a:lnTo>
                  <a:lnTo>
                    <a:pt x="4185" y="10888"/>
                  </a:lnTo>
                  <a:lnTo>
                    <a:pt x="4185" y="10548"/>
                  </a:lnTo>
                  <a:close/>
                  <a:moveTo>
                    <a:pt x="4601" y="12885"/>
                  </a:moveTo>
                  <a:lnTo>
                    <a:pt x="4601" y="13603"/>
                  </a:lnTo>
                  <a:lnTo>
                    <a:pt x="4223" y="13334"/>
                  </a:lnTo>
                  <a:cubicBezTo>
                    <a:pt x="4207" y="13317"/>
                    <a:pt x="4187" y="13274"/>
                    <a:pt x="4185" y="13254"/>
                  </a:cubicBezTo>
                  <a:lnTo>
                    <a:pt x="4185" y="12885"/>
                  </a:lnTo>
                  <a:close/>
                  <a:moveTo>
                    <a:pt x="2607" y="9745"/>
                  </a:moveTo>
                  <a:cubicBezTo>
                    <a:pt x="2896" y="10045"/>
                    <a:pt x="3253" y="10278"/>
                    <a:pt x="3654" y="10419"/>
                  </a:cubicBezTo>
                  <a:lnTo>
                    <a:pt x="3654" y="10976"/>
                  </a:lnTo>
                  <a:cubicBezTo>
                    <a:pt x="3654" y="11220"/>
                    <a:pt x="3852" y="11419"/>
                    <a:pt x="4097" y="11419"/>
                  </a:cubicBezTo>
                  <a:lnTo>
                    <a:pt x="4689" y="11419"/>
                  </a:lnTo>
                  <a:cubicBezTo>
                    <a:pt x="4933" y="11419"/>
                    <a:pt x="5133" y="11220"/>
                    <a:pt x="5133" y="10976"/>
                  </a:cubicBezTo>
                  <a:lnTo>
                    <a:pt x="5133" y="10510"/>
                  </a:lnTo>
                  <a:cubicBezTo>
                    <a:pt x="5341" y="10464"/>
                    <a:pt x="5540" y="10394"/>
                    <a:pt x="5728" y="10302"/>
                  </a:cubicBezTo>
                  <a:lnTo>
                    <a:pt x="5728" y="14193"/>
                  </a:lnTo>
                  <a:cubicBezTo>
                    <a:pt x="5523" y="14124"/>
                    <a:pt x="5324" y="14041"/>
                    <a:pt x="5132" y="13944"/>
                  </a:cubicBezTo>
                  <a:cubicBezTo>
                    <a:pt x="5132" y="13939"/>
                    <a:pt x="5133" y="13934"/>
                    <a:pt x="5133" y="13930"/>
                  </a:cubicBezTo>
                  <a:lnTo>
                    <a:pt x="5133" y="12796"/>
                  </a:lnTo>
                  <a:cubicBezTo>
                    <a:pt x="5133" y="12552"/>
                    <a:pt x="4933" y="12353"/>
                    <a:pt x="4689" y="12353"/>
                  </a:cubicBezTo>
                  <a:lnTo>
                    <a:pt x="4097" y="12353"/>
                  </a:lnTo>
                  <a:cubicBezTo>
                    <a:pt x="3862" y="12353"/>
                    <a:pt x="3670" y="12535"/>
                    <a:pt x="3655" y="12766"/>
                  </a:cubicBezTo>
                  <a:cubicBezTo>
                    <a:pt x="3001" y="11975"/>
                    <a:pt x="2607" y="10961"/>
                    <a:pt x="2607" y="9857"/>
                  </a:cubicBezTo>
                  <a:lnTo>
                    <a:pt x="2607" y="9745"/>
                  </a:lnTo>
                  <a:close/>
                  <a:moveTo>
                    <a:pt x="5627" y="14719"/>
                  </a:moveTo>
                  <a:cubicBezTo>
                    <a:pt x="6119" y="14876"/>
                    <a:pt x="6642" y="14962"/>
                    <a:pt x="7185" y="14962"/>
                  </a:cubicBezTo>
                  <a:lnTo>
                    <a:pt x="7238" y="14962"/>
                  </a:lnTo>
                  <a:cubicBezTo>
                    <a:pt x="7773" y="14962"/>
                    <a:pt x="8297" y="14881"/>
                    <a:pt x="8796" y="14721"/>
                  </a:cubicBezTo>
                  <a:lnTo>
                    <a:pt x="8796" y="15363"/>
                  </a:lnTo>
                  <a:lnTo>
                    <a:pt x="5627" y="15363"/>
                  </a:lnTo>
                  <a:lnTo>
                    <a:pt x="5627" y="14719"/>
                  </a:lnTo>
                  <a:close/>
                  <a:moveTo>
                    <a:pt x="13448" y="15895"/>
                  </a:moveTo>
                  <a:cubicBezTo>
                    <a:pt x="13693" y="15895"/>
                    <a:pt x="13892" y="16094"/>
                    <a:pt x="13892" y="16338"/>
                  </a:cubicBezTo>
                  <a:lnTo>
                    <a:pt x="13892" y="17619"/>
                  </a:lnTo>
                  <a:lnTo>
                    <a:pt x="533" y="17619"/>
                  </a:lnTo>
                  <a:lnTo>
                    <a:pt x="533" y="16338"/>
                  </a:lnTo>
                  <a:cubicBezTo>
                    <a:pt x="533" y="16094"/>
                    <a:pt x="731" y="15895"/>
                    <a:pt x="975" y="15895"/>
                  </a:cubicBezTo>
                  <a:close/>
                  <a:moveTo>
                    <a:pt x="3719" y="1"/>
                  </a:moveTo>
                  <a:cubicBezTo>
                    <a:pt x="2812" y="1"/>
                    <a:pt x="2075" y="737"/>
                    <a:pt x="2075" y="1643"/>
                  </a:cubicBezTo>
                  <a:lnTo>
                    <a:pt x="2075" y="4973"/>
                  </a:lnTo>
                  <a:cubicBezTo>
                    <a:pt x="1973" y="4644"/>
                    <a:pt x="1666" y="4404"/>
                    <a:pt x="1304" y="4404"/>
                  </a:cubicBezTo>
                  <a:cubicBezTo>
                    <a:pt x="858" y="4404"/>
                    <a:pt x="497" y="4766"/>
                    <a:pt x="497" y="5211"/>
                  </a:cubicBezTo>
                  <a:cubicBezTo>
                    <a:pt x="497" y="5563"/>
                    <a:pt x="723" y="5863"/>
                    <a:pt x="1038" y="5972"/>
                  </a:cubicBezTo>
                  <a:lnTo>
                    <a:pt x="1038" y="7097"/>
                  </a:lnTo>
                  <a:lnTo>
                    <a:pt x="968" y="7097"/>
                  </a:lnTo>
                  <a:cubicBezTo>
                    <a:pt x="589" y="7097"/>
                    <a:pt x="282" y="7405"/>
                    <a:pt x="282" y="7783"/>
                  </a:cubicBezTo>
                  <a:lnTo>
                    <a:pt x="282" y="10113"/>
                  </a:lnTo>
                  <a:cubicBezTo>
                    <a:pt x="282" y="10491"/>
                    <a:pt x="589" y="10798"/>
                    <a:pt x="968" y="10798"/>
                  </a:cubicBezTo>
                  <a:lnTo>
                    <a:pt x="2162" y="10798"/>
                  </a:lnTo>
                  <a:cubicBezTo>
                    <a:pt x="2474" y="12459"/>
                    <a:pt x="3593" y="13840"/>
                    <a:pt x="5097" y="14515"/>
                  </a:cubicBezTo>
                  <a:lnTo>
                    <a:pt x="5097" y="15363"/>
                  </a:lnTo>
                  <a:lnTo>
                    <a:pt x="975" y="15363"/>
                  </a:lnTo>
                  <a:cubicBezTo>
                    <a:pt x="437" y="15363"/>
                    <a:pt x="1" y="15800"/>
                    <a:pt x="1" y="16338"/>
                  </a:cubicBezTo>
                  <a:lnTo>
                    <a:pt x="1" y="17884"/>
                  </a:lnTo>
                  <a:cubicBezTo>
                    <a:pt x="1" y="18031"/>
                    <a:pt x="119" y="18150"/>
                    <a:pt x="267" y="18150"/>
                  </a:cubicBezTo>
                  <a:lnTo>
                    <a:pt x="14158" y="18150"/>
                  </a:lnTo>
                  <a:cubicBezTo>
                    <a:pt x="14304" y="18150"/>
                    <a:pt x="14424" y="18031"/>
                    <a:pt x="14424" y="17884"/>
                  </a:cubicBezTo>
                  <a:lnTo>
                    <a:pt x="14424" y="16338"/>
                  </a:lnTo>
                  <a:cubicBezTo>
                    <a:pt x="14424" y="15800"/>
                    <a:pt x="13986" y="15363"/>
                    <a:pt x="13448" y="15363"/>
                  </a:cubicBezTo>
                  <a:lnTo>
                    <a:pt x="9327" y="15363"/>
                  </a:lnTo>
                  <a:lnTo>
                    <a:pt x="9327" y="14517"/>
                  </a:lnTo>
                  <a:cubicBezTo>
                    <a:pt x="9646" y="14374"/>
                    <a:pt x="9951" y="14199"/>
                    <a:pt x="10240" y="13989"/>
                  </a:cubicBezTo>
                  <a:cubicBezTo>
                    <a:pt x="10358" y="13903"/>
                    <a:pt x="10384" y="13737"/>
                    <a:pt x="10298" y="13618"/>
                  </a:cubicBezTo>
                  <a:cubicBezTo>
                    <a:pt x="10246" y="13546"/>
                    <a:pt x="10165" y="13508"/>
                    <a:pt x="10083" y="13508"/>
                  </a:cubicBezTo>
                  <a:cubicBezTo>
                    <a:pt x="10029" y="13508"/>
                    <a:pt x="9974" y="13525"/>
                    <a:pt x="9927" y="13559"/>
                  </a:cubicBezTo>
                  <a:cubicBezTo>
                    <a:pt x="9142" y="14129"/>
                    <a:pt x="8213" y="14430"/>
                    <a:pt x="7238" y="14430"/>
                  </a:cubicBezTo>
                  <a:lnTo>
                    <a:pt x="7185" y="14430"/>
                  </a:lnTo>
                  <a:cubicBezTo>
                    <a:pt x="6869" y="14430"/>
                    <a:pt x="6559" y="14398"/>
                    <a:pt x="6260" y="14336"/>
                  </a:cubicBezTo>
                  <a:lnTo>
                    <a:pt x="6260" y="12053"/>
                  </a:lnTo>
                  <a:lnTo>
                    <a:pt x="8340" y="12053"/>
                  </a:lnTo>
                  <a:cubicBezTo>
                    <a:pt x="8487" y="12053"/>
                    <a:pt x="8606" y="11934"/>
                    <a:pt x="8606" y="11787"/>
                  </a:cubicBezTo>
                  <a:cubicBezTo>
                    <a:pt x="8606" y="11640"/>
                    <a:pt x="8487" y="11521"/>
                    <a:pt x="8340" y="11521"/>
                  </a:cubicBezTo>
                  <a:lnTo>
                    <a:pt x="6260" y="11521"/>
                  </a:lnTo>
                  <a:lnTo>
                    <a:pt x="6260" y="9961"/>
                  </a:lnTo>
                  <a:cubicBezTo>
                    <a:pt x="6423" y="9828"/>
                    <a:pt x="6571" y="9676"/>
                    <a:pt x="6699" y="9508"/>
                  </a:cubicBezTo>
                  <a:lnTo>
                    <a:pt x="6699" y="9912"/>
                  </a:lnTo>
                  <a:cubicBezTo>
                    <a:pt x="6699" y="10254"/>
                    <a:pt x="6977" y="10533"/>
                    <a:pt x="7320" y="10533"/>
                  </a:cubicBezTo>
                  <a:lnTo>
                    <a:pt x="7882" y="10533"/>
                  </a:lnTo>
                  <a:cubicBezTo>
                    <a:pt x="8029" y="10533"/>
                    <a:pt x="8148" y="10414"/>
                    <a:pt x="8148" y="10267"/>
                  </a:cubicBezTo>
                  <a:cubicBezTo>
                    <a:pt x="8148" y="10121"/>
                    <a:pt x="8029" y="10001"/>
                    <a:pt x="7882" y="10001"/>
                  </a:cubicBezTo>
                  <a:lnTo>
                    <a:pt x="7318" y="10001"/>
                  </a:lnTo>
                  <a:cubicBezTo>
                    <a:pt x="7271" y="10001"/>
                    <a:pt x="7230" y="9960"/>
                    <a:pt x="7230" y="9913"/>
                  </a:cubicBezTo>
                  <a:lnTo>
                    <a:pt x="7230" y="8210"/>
                  </a:lnTo>
                  <a:cubicBezTo>
                    <a:pt x="7245" y="8099"/>
                    <a:pt x="7252" y="7987"/>
                    <a:pt x="7252" y="7872"/>
                  </a:cubicBezTo>
                  <a:cubicBezTo>
                    <a:pt x="7252" y="7043"/>
                    <a:pt x="6875" y="6282"/>
                    <a:pt x="6260" y="5779"/>
                  </a:cubicBezTo>
                  <a:lnTo>
                    <a:pt x="6260" y="2859"/>
                  </a:lnTo>
                  <a:cubicBezTo>
                    <a:pt x="6545" y="2844"/>
                    <a:pt x="6853" y="2837"/>
                    <a:pt x="7185" y="2837"/>
                  </a:cubicBezTo>
                  <a:lnTo>
                    <a:pt x="7238" y="2837"/>
                  </a:lnTo>
                  <a:cubicBezTo>
                    <a:pt x="8273" y="2837"/>
                    <a:pt x="9045" y="2906"/>
                    <a:pt x="9668" y="3053"/>
                  </a:cubicBezTo>
                  <a:cubicBezTo>
                    <a:pt x="9688" y="3058"/>
                    <a:pt x="9709" y="3061"/>
                    <a:pt x="9729" y="3061"/>
                  </a:cubicBezTo>
                  <a:cubicBezTo>
                    <a:pt x="9850" y="3061"/>
                    <a:pt x="9959" y="2978"/>
                    <a:pt x="9987" y="2855"/>
                  </a:cubicBezTo>
                  <a:cubicBezTo>
                    <a:pt x="10021" y="2713"/>
                    <a:pt x="9933" y="2570"/>
                    <a:pt x="9790" y="2536"/>
                  </a:cubicBezTo>
                  <a:cubicBezTo>
                    <a:pt x="9552" y="2480"/>
                    <a:pt x="9295" y="2433"/>
                    <a:pt x="9013" y="2398"/>
                  </a:cubicBezTo>
                  <a:lnTo>
                    <a:pt x="9013" y="1644"/>
                  </a:lnTo>
                  <a:cubicBezTo>
                    <a:pt x="9013" y="1506"/>
                    <a:pt x="8996" y="1373"/>
                    <a:pt x="8963" y="1244"/>
                  </a:cubicBezTo>
                  <a:cubicBezTo>
                    <a:pt x="9183" y="1169"/>
                    <a:pt x="9417" y="1128"/>
                    <a:pt x="9662" y="1128"/>
                  </a:cubicBezTo>
                  <a:cubicBezTo>
                    <a:pt x="10849" y="1128"/>
                    <a:pt x="11817" y="2093"/>
                    <a:pt x="11817" y="3280"/>
                  </a:cubicBezTo>
                  <a:lnTo>
                    <a:pt x="11817" y="3761"/>
                  </a:lnTo>
                  <a:cubicBezTo>
                    <a:pt x="11685" y="3573"/>
                    <a:pt x="11531" y="3404"/>
                    <a:pt x="11352" y="3256"/>
                  </a:cubicBezTo>
                  <a:cubicBezTo>
                    <a:pt x="11302" y="3215"/>
                    <a:pt x="11242" y="3195"/>
                    <a:pt x="11182" y="3195"/>
                  </a:cubicBezTo>
                  <a:cubicBezTo>
                    <a:pt x="11106" y="3195"/>
                    <a:pt x="11030" y="3227"/>
                    <a:pt x="10977" y="3291"/>
                  </a:cubicBezTo>
                  <a:cubicBezTo>
                    <a:pt x="10883" y="3404"/>
                    <a:pt x="10900" y="3572"/>
                    <a:pt x="11013" y="3665"/>
                  </a:cubicBezTo>
                  <a:cubicBezTo>
                    <a:pt x="11554" y="4113"/>
                    <a:pt x="11817" y="4773"/>
                    <a:pt x="11817" y="5682"/>
                  </a:cubicBezTo>
                  <a:lnTo>
                    <a:pt x="11817" y="9857"/>
                  </a:lnTo>
                  <a:cubicBezTo>
                    <a:pt x="11817" y="10712"/>
                    <a:pt x="11579" y="11546"/>
                    <a:pt x="11130" y="12267"/>
                  </a:cubicBezTo>
                  <a:cubicBezTo>
                    <a:pt x="11053" y="12392"/>
                    <a:pt x="11091" y="12556"/>
                    <a:pt x="11215" y="12633"/>
                  </a:cubicBezTo>
                  <a:cubicBezTo>
                    <a:pt x="11259" y="12661"/>
                    <a:pt x="11307" y="12673"/>
                    <a:pt x="11356" y="12673"/>
                  </a:cubicBezTo>
                  <a:cubicBezTo>
                    <a:pt x="11444" y="12673"/>
                    <a:pt x="11531" y="12629"/>
                    <a:pt x="11582" y="12548"/>
                  </a:cubicBezTo>
                  <a:cubicBezTo>
                    <a:pt x="11916" y="12010"/>
                    <a:pt x="12145" y="11416"/>
                    <a:pt x="12261" y="10797"/>
                  </a:cubicBezTo>
                  <a:cubicBezTo>
                    <a:pt x="13198" y="10752"/>
                    <a:pt x="13946" y="9976"/>
                    <a:pt x="13946" y="9029"/>
                  </a:cubicBezTo>
                  <a:lnTo>
                    <a:pt x="13946" y="8867"/>
                  </a:lnTo>
                  <a:cubicBezTo>
                    <a:pt x="13946" y="7949"/>
                    <a:pt x="13244" y="7193"/>
                    <a:pt x="12349" y="7106"/>
                  </a:cubicBezTo>
                  <a:lnTo>
                    <a:pt x="12349" y="3280"/>
                  </a:lnTo>
                  <a:cubicBezTo>
                    <a:pt x="12349" y="1801"/>
                    <a:pt x="11143" y="596"/>
                    <a:pt x="9662" y="596"/>
                  </a:cubicBezTo>
                  <a:cubicBezTo>
                    <a:pt x="9342" y="596"/>
                    <a:pt x="9035" y="652"/>
                    <a:pt x="8751" y="756"/>
                  </a:cubicBezTo>
                  <a:cubicBezTo>
                    <a:pt x="8458" y="302"/>
                    <a:pt x="7948" y="1"/>
                    <a:pt x="7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7" name="Google Shape;1387;p38"/>
          <p:cNvGrpSpPr/>
          <p:nvPr/>
        </p:nvGrpSpPr>
        <p:grpSpPr>
          <a:xfrm>
            <a:off x="1436204" y="2514105"/>
            <a:ext cx="537236" cy="403289"/>
            <a:chOff x="5351113" y="3220301"/>
            <a:chExt cx="602620" cy="452372"/>
          </a:xfrm>
        </p:grpSpPr>
        <p:sp>
          <p:nvSpPr>
            <p:cNvPr id="1388" name="Google Shape;1388;p38"/>
            <p:cNvSpPr/>
            <p:nvPr/>
          </p:nvSpPr>
          <p:spPr>
            <a:xfrm>
              <a:off x="5447995" y="3220301"/>
              <a:ext cx="150846" cy="151376"/>
            </a:xfrm>
            <a:custGeom>
              <a:avLst/>
              <a:gdLst/>
              <a:ahLst/>
              <a:cxnLst/>
              <a:rect l="l" t="t" r="r" b="b"/>
              <a:pathLst>
                <a:path w="4548" h="4564" extrusionOk="0"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4298"/>
                  </a:lnTo>
                  <a:cubicBezTo>
                    <a:pt x="1" y="4445"/>
                    <a:pt x="120" y="4564"/>
                    <a:pt x="266" y="4564"/>
                  </a:cubicBezTo>
                  <a:cubicBezTo>
                    <a:pt x="413" y="4564"/>
                    <a:pt x="532" y="4445"/>
                    <a:pt x="532" y="4298"/>
                  </a:cubicBezTo>
                  <a:lnTo>
                    <a:pt x="532" y="533"/>
                  </a:lnTo>
                  <a:lnTo>
                    <a:pt x="4281" y="533"/>
                  </a:lnTo>
                  <a:cubicBezTo>
                    <a:pt x="4428" y="533"/>
                    <a:pt x="4546" y="414"/>
                    <a:pt x="4546" y="267"/>
                  </a:cubicBezTo>
                  <a:cubicBezTo>
                    <a:pt x="4547" y="120"/>
                    <a:pt x="4428" y="1"/>
                    <a:pt x="4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5447995" y="3521296"/>
              <a:ext cx="150846" cy="151376"/>
            </a:xfrm>
            <a:custGeom>
              <a:avLst/>
              <a:gdLst/>
              <a:ahLst/>
              <a:cxnLst/>
              <a:rect l="l" t="t" r="r" b="b"/>
              <a:pathLst>
                <a:path w="4548" h="4564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4120"/>
                  </a:lnTo>
                  <a:cubicBezTo>
                    <a:pt x="1" y="4364"/>
                    <a:pt x="199" y="4563"/>
                    <a:pt x="444" y="4563"/>
                  </a:cubicBezTo>
                  <a:lnTo>
                    <a:pt x="4281" y="4563"/>
                  </a:lnTo>
                  <a:cubicBezTo>
                    <a:pt x="4428" y="4563"/>
                    <a:pt x="4547" y="4444"/>
                    <a:pt x="4547" y="4297"/>
                  </a:cubicBezTo>
                  <a:cubicBezTo>
                    <a:pt x="4547" y="4150"/>
                    <a:pt x="4428" y="4031"/>
                    <a:pt x="4281" y="4031"/>
                  </a:cubicBezTo>
                  <a:lnTo>
                    <a:pt x="533" y="4031"/>
                  </a:lnTo>
                  <a:lnTo>
                    <a:pt x="533" y="265"/>
                  </a:lnTo>
                  <a:cubicBezTo>
                    <a:pt x="533" y="119"/>
                    <a:pt x="41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5721196" y="3220301"/>
              <a:ext cx="150813" cy="151376"/>
            </a:xfrm>
            <a:custGeom>
              <a:avLst/>
              <a:gdLst/>
              <a:ahLst/>
              <a:cxnLst/>
              <a:rect l="l" t="t" r="r" b="b"/>
              <a:pathLst>
                <a:path w="4547" h="4564" extrusionOk="0">
                  <a:moveTo>
                    <a:pt x="266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4015" y="533"/>
                  </a:lnTo>
                  <a:lnTo>
                    <a:pt x="4015" y="4298"/>
                  </a:lnTo>
                  <a:cubicBezTo>
                    <a:pt x="4015" y="4445"/>
                    <a:pt x="4134" y="4564"/>
                    <a:pt x="4281" y="4564"/>
                  </a:cubicBezTo>
                  <a:cubicBezTo>
                    <a:pt x="4428" y="4564"/>
                    <a:pt x="4547" y="4445"/>
                    <a:pt x="4547" y="4298"/>
                  </a:cubicBezTo>
                  <a:lnTo>
                    <a:pt x="4547" y="443"/>
                  </a:lnTo>
                  <a:cubicBezTo>
                    <a:pt x="4547" y="199"/>
                    <a:pt x="4348" y="1"/>
                    <a:pt x="4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5721196" y="3521262"/>
              <a:ext cx="150813" cy="151410"/>
            </a:xfrm>
            <a:custGeom>
              <a:avLst/>
              <a:gdLst/>
              <a:ahLst/>
              <a:cxnLst/>
              <a:rect l="l" t="t" r="r" b="b"/>
              <a:pathLst>
                <a:path w="4547" h="4565" extrusionOk="0">
                  <a:moveTo>
                    <a:pt x="4281" y="0"/>
                  </a:moveTo>
                  <a:cubicBezTo>
                    <a:pt x="4134" y="0"/>
                    <a:pt x="4015" y="119"/>
                    <a:pt x="4015" y="266"/>
                  </a:cubicBezTo>
                  <a:lnTo>
                    <a:pt x="4015" y="4032"/>
                  </a:lnTo>
                  <a:lnTo>
                    <a:pt x="266" y="4032"/>
                  </a:lnTo>
                  <a:cubicBezTo>
                    <a:pt x="119" y="4032"/>
                    <a:pt x="0" y="4151"/>
                    <a:pt x="0" y="4298"/>
                  </a:cubicBezTo>
                  <a:cubicBezTo>
                    <a:pt x="0" y="4445"/>
                    <a:pt x="119" y="4564"/>
                    <a:pt x="266" y="4564"/>
                  </a:cubicBezTo>
                  <a:lnTo>
                    <a:pt x="4104" y="4564"/>
                  </a:lnTo>
                  <a:cubicBezTo>
                    <a:pt x="4348" y="4564"/>
                    <a:pt x="4547" y="4365"/>
                    <a:pt x="4547" y="4121"/>
                  </a:cubicBezTo>
                  <a:lnTo>
                    <a:pt x="4547" y="266"/>
                  </a:lnTo>
                  <a:cubicBezTo>
                    <a:pt x="4547" y="119"/>
                    <a:pt x="4428" y="0"/>
                    <a:pt x="4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5747332" y="3547597"/>
              <a:ext cx="72239" cy="72438"/>
            </a:xfrm>
            <a:custGeom>
              <a:avLst/>
              <a:gdLst/>
              <a:ahLst/>
              <a:cxnLst/>
              <a:rect l="l" t="t" r="r" b="b"/>
              <a:pathLst>
                <a:path w="2178" h="2184" extrusionOk="0">
                  <a:moveTo>
                    <a:pt x="1912" y="1"/>
                  </a:moveTo>
                  <a:cubicBezTo>
                    <a:pt x="1764" y="1"/>
                    <a:pt x="1646" y="120"/>
                    <a:pt x="1646" y="266"/>
                  </a:cubicBezTo>
                  <a:lnTo>
                    <a:pt x="1646" y="1652"/>
                  </a:lnTo>
                  <a:lnTo>
                    <a:pt x="267" y="1652"/>
                  </a:lnTo>
                  <a:cubicBezTo>
                    <a:pt x="120" y="1652"/>
                    <a:pt x="1" y="1771"/>
                    <a:pt x="1" y="1918"/>
                  </a:cubicBezTo>
                  <a:cubicBezTo>
                    <a:pt x="1" y="2065"/>
                    <a:pt x="120" y="2184"/>
                    <a:pt x="267" y="2184"/>
                  </a:cubicBezTo>
                  <a:lnTo>
                    <a:pt x="1734" y="2184"/>
                  </a:lnTo>
                  <a:cubicBezTo>
                    <a:pt x="1978" y="2184"/>
                    <a:pt x="2178" y="1985"/>
                    <a:pt x="2178" y="1740"/>
                  </a:cubicBezTo>
                  <a:lnTo>
                    <a:pt x="2178" y="266"/>
                  </a:lnTo>
                  <a:cubicBezTo>
                    <a:pt x="2178" y="120"/>
                    <a:pt x="2058" y="1"/>
                    <a:pt x="1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5497979" y="3270284"/>
              <a:ext cx="72172" cy="72438"/>
            </a:xfrm>
            <a:custGeom>
              <a:avLst/>
              <a:gdLst/>
              <a:ahLst/>
              <a:cxnLst/>
              <a:rect l="l" t="t" r="r" b="b"/>
              <a:pathLst>
                <a:path w="2176" h="2184" extrusionOk="0">
                  <a:moveTo>
                    <a:pt x="443" y="0"/>
                  </a:moveTo>
                  <a:cubicBezTo>
                    <a:pt x="198" y="0"/>
                    <a:pt x="0" y="198"/>
                    <a:pt x="0" y="443"/>
                  </a:cubicBezTo>
                  <a:lnTo>
                    <a:pt x="0" y="1917"/>
                  </a:lnTo>
                  <a:cubicBezTo>
                    <a:pt x="0" y="2064"/>
                    <a:pt x="119" y="2183"/>
                    <a:pt x="265" y="2183"/>
                  </a:cubicBezTo>
                  <a:cubicBezTo>
                    <a:pt x="413" y="2183"/>
                    <a:pt x="531" y="2064"/>
                    <a:pt x="531" y="1917"/>
                  </a:cubicBezTo>
                  <a:lnTo>
                    <a:pt x="531" y="531"/>
                  </a:lnTo>
                  <a:lnTo>
                    <a:pt x="1910" y="531"/>
                  </a:lnTo>
                  <a:cubicBezTo>
                    <a:pt x="2057" y="531"/>
                    <a:pt x="2176" y="412"/>
                    <a:pt x="2176" y="266"/>
                  </a:cubicBezTo>
                  <a:cubicBezTo>
                    <a:pt x="2176" y="119"/>
                    <a:pt x="2057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5481461" y="3571180"/>
              <a:ext cx="67861" cy="17678"/>
            </a:xfrm>
            <a:custGeom>
              <a:avLst/>
              <a:gdLst/>
              <a:ahLst/>
              <a:cxnLst/>
              <a:rect l="l" t="t" r="r" b="b"/>
              <a:pathLst>
                <a:path w="2046" h="533" extrusionOk="0">
                  <a:moveTo>
                    <a:pt x="266" y="0"/>
                  </a:moveTo>
                  <a:cubicBezTo>
                    <a:pt x="118" y="0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20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5481461" y="3596387"/>
              <a:ext cx="67861" cy="17678"/>
            </a:xfrm>
            <a:custGeom>
              <a:avLst/>
              <a:gdLst/>
              <a:ahLst/>
              <a:cxnLst/>
              <a:rect l="l" t="t" r="r" b="b"/>
              <a:pathLst>
                <a:path w="2046" h="533" extrusionOk="0">
                  <a:moveTo>
                    <a:pt x="266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19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5481461" y="3621594"/>
              <a:ext cx="67861" cy="17645"/>
            </a:xfrm>
            <a:custGeom>
              <a:avLst/>
              <a:gdLst/>
              <a:ahLst/>
              <a:cxnLst/>
              <a:rect l="l" t="t" r="r" b="b"/>
              <a:pathLst>
                <a:path w="2046" h="532" extrusionOk="0">
                  <a:moveTo>
                    <a:pt x="266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19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5754065" y="3263053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8"/>
                    <a:pt x="78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4"/>
                    <a:pt x="196" y="532"/>
                    <a:pt x="266" y="532"/>
                  </a:cubicBezTo>
                  <a:cubicBezTo>
                    <a:pt x="336" y="532"/>
                    <a:pt x="405" y="504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5783286" y="3263053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8"/>
                    <a:pt x="78" y="79"/>
                  </a:cubicBezTo>
                  <a:cubicBezTo>
                    <a:pt x="28" y="128"/>
                    <a:pt x="0" y="197"/>
                    <a:pt x="0" y="266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7" y="504"/>
                    <a:pt x="196" y="532"/>
                    <a:pt x="266" y="532"/>
                  </a:cubicBezTo>
                  <a:cubicBezTo>
                    <a:pt x="336" y="532"/>
                    <a:pt x="405" y="504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5812473" y="3263053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30" y="128"/>
                    <a:pt x="1" y="196"/>
                    <a:pt x="1" y="266"/>
                  </a:cubicBezTo>
                  <a:cubicBezTo>
                    <a:pt x="1" y="336"/>
                    <a:pt x="30" y="405"/>
                    <a:pt x="79" y="454"/>
                  </a:cubicBezTo>
                  <a:cubicBezTo>
                    <a:pt x="128" y="504"/>
                    <a:pt x="197" y="532"/>
                    <a:pt x="267" y="532"/>
                  </a:cubicBezTo>
                  <a:cubicBezTo>
                    <a:pt x="337" y="532"/>
                    <a:pt x="406" y="504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6" y="28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5399737" y="3401262"/>
              <a:ext cx="106103" cy="95191"/>
            </a:xfrm>
            <a:custGeom>
              <a:avLst/>
              <a:gdLst/>
              <a:ahLst/>
              <a:cxnLst/>
              <a:rect l="l" t="t" r="r" b="b"/>
              <a:pathLst>
                <a:path w="3199" h="2870" extrusionOk="0">
                  <a:moveTo>
                    <a:pt x="2118" y="532"/>
                  </a:moveTo>
                  <a:lnTo>
                    <a:pt x="2638" y="1435"/>
                  </a:lnTo>
                  <a:lnTo>
                    <a:pt x="2118" y="2339"/>
                  </a:lnTo>
                  <a:lnTo>
                    <a:pt x="1081" y="2339"/>
                  </a:lnTo>
                  <a:lnTo>
                    <a:pt x="561" y="1435"/>
                  </a:lnTo>
                  <a:lnTo>
                    <a:pt x="1081" y="532"/>
                  </a:lnTo>
                  <a:close/>
                  <a:moveTo>
                    <a:pt x="1034" y="0"/>
                  </a:moveTo>
                  <a:cubicBezTo>
                    <a:pt x="881" y="0"/>
                    <a:pt x="721" y="92"/>
                    <a:pt x="644" y="225"/>
                  </a:cubicBezTo>
                  <a:lnTo>
                    <a:pt x="78" y="1211"/>
                  </a:lnTo>
                  <a:cubicBezTo>
                    <a:pt x="1" y="1342"/>
                    <a:pt x="1" y="1528"/>
                    <a:pt x="78" y="1659"/>
                  </a:cubicBezTo>
                  <a:lnTo>
                    <a:pt x="644" y="2645"/>
                  </a:lnTo>
                  <a:cubicBezTo>
                    <a:pt x="721" y="2777"/>
                    <a:pt x="881" y="2870"/>
                    <a:pt x="1034" y="2870"/>
                  </a:cubicBezTo>
                  <a:lnTo>
                    <a:pt x="2165" y="2870"/>
                  </a:lnTo>
                  <a:cubicBezTo>
                    <a:pt x="2319" y="2870"/>
                    <a:pt x="2479" y="2777"/>
                    <a:pt x="2555" y="2645"/>
                  </a:cubicBezTo>
                  <a:lnTo>
                    <a:pt x="3122" y="1659"/>
                  </a:lnTo>
                  <a:cubicBezTo>
                    <a:pt x="3198" y="1528"/>
                    <a:pt x="3198" y="1342"/>
                    <a:pt x="3122" y="1211"/>
                  </a:cubicBezTo>
                  <a:lnTo>
                    <a:pt x="2555" y="225"/>
                  </a:lnTo>
                  <a:cubicBezTo>
                    <a:pt x="2479" y="92"/>
                    <a:pt x="2318" y="0"/>
                    <a:pt x="2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5351113" y="3325806"/>
              <a:ext cx="82189" cy="74461"/>
            </a:xfrm>
            <a:custGeom>
              <a:avLst/>
              <a:gdLst/>
              <a:ahLst/>
              <a:cxnLst/>
              <a:rect l="l" t="t" r="r" b="b"/>
              <a:pathLst>
                <a:path w="2478" h="2245" extrusionOk="0">
                  <a:moveTo>
                    <a:pt x="1577" y="533"/>
                  </a:moveTo>
                  <a:lnTo>
                    <a:pt x="1917" y="1123"/>
                  </a:lnTo>
                  <a:lnTo>
                    <a:pt x="1577" y="1712"/>
                  </a:lnTo>
                  <a:lnTo>
                    <a:pt x="900" y="1712"/>
                  </a:lnTo>
                  <a:lnTo>
                    <a:pt x="561" y="1123"/>
                  </a:lnTo>
                  <a:lnTo>
                    <a:pt x="900" y="533"/>
                  </a:lnTo>
                  <a:close/>
                  <a:moveTo>
                    <a:pt x="853" y="1"/>
                  </a:moveTo>
                  <a:cubicBezTo>
                    <a:pt x="700" y="1"/>
                    <a:pt x="540" y="93"/>
                    <a:pt x="463" y="227"/>
                  </a:cubicBezTo>
                  <a:lnTo>
                    <a:pt x="77" y="898"/>
                  </a:lnTo>
                  <a:cubicBezTo>
                    <a:pt x="1" y="1031"/>
                    <a:pt x="1" y="1214"/>
                    <a:pt x="77" y="1347"/>
                  </a:cubicBezTo>
                  <a:lnTo>
                    <a:pt x="463" y="2019"/>
                  </a:lnTo>
                  <a:cubicBezTo>
                    <a:pt x="540" y="2152"/>
                    <a:pt x="700" y="2244"/>
                    <a:pt x="853" y="2244"/>
                  </a:cubicBezTo>
                  <a:lnTo>
                    <a:pt x="1625" y="2244"/>
                  </a:lnTo>
                  <a:cubicBezTo>
                    <a:pt x="1778" y="2244"/>
                    <a:pt x="1938" y="2152"/>
                    <a:pt x="2014" y="2019"/>
                  </a:cubicBezTo>
                  <a:lnTo>
                    <a:pt x="2400" y="1347"/>
                  </a:lnTo>
                  <a:cubicBezTo>
                    <a:pt x="2477" y="1215"/>
                    <a:pt x="2477" y="1031"/>
                    <a:pt x="2400" y="898"/>
                  </a:cubicBezTo>
                  <a:lnTo>
                    <a:pt x="2014" y="227"/>
                  </a:lnTo>
                  <a:cubicBezTo>
                    <a:pt x="1938" y="93"/>
                    <a:pt x="177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5521561" y="3302987"/>
              <a:ext cx="358740" cy="273101"/>
            </a:xfrm>
            <a:custGeom>
              <a:avLst/>
              <a:gdLst/>
              <a:ahLst/>
              <a:cxnLst/>
              <a:rect l="l" t="t" r="r" b="b"/>
              <a:pathLst>
                <a:path w="10816" h="8234" extrusionOk="0">
                  <a:moveTo>
                    <a:pt x="5694" y="550"/>
                  </a:moveTo>
                  <a:cubicBezTo>
                    <a:pt x="5715" y="550"/>
                    <a:pt x="5737" y="551"/>
                    <a:pt x="5759" y="552"/>
                  </a:cubicBezTo>
                  <a:cubicBezTo>
                    <a:pt x="5777" y="910"/>
                    <a:pt x="5647" y="1254"/>
                    <a:pt x="5392" y="1509"/>
                  </a:cubicBezTo>
                  <a:cubicBezTo>
                    <a:pt x="5156" y="1746"/>
                    <a:pt x="4840" y="1877"/>
                    <a:pt x="4508" y="1877"/>
                  </a:cubicBezTo>
                  <a:cubicBezTo>
                    <a:pt x="4486" y="1877"/>
                    <a:pt x="4464" y="1877"/>
                    <a:pt x="4442" y="1876"/>
                  </a:cubicBezTo>
                  <a:cubicBezTo>
                    <a:pt x="4423" y="1518"/>
                    <a:pt x="4553" y="1174"/>
                    <a:pt x="4808" y="919"/>
                  </a:cubicBezTo>
                  <a:cubicBezTo>
                    <a:pt x="5045" y="682"/>
                    <a:pt x="5359" y="550"/>
                    <a:pt x="5694" y="550"/>
                  </a:cubicBezTo>
                  <a:close/>
                  <a:moveTo>
                    <a:pt x="4174" y="1"/>
                  </a:moveTo>
                  <a:cubicBezTo>
                    <a:pt x="4027" y="1"/>
                    <a:pt x="3908" y="120"/>
                    <a:pt x="3908" y="267"/>
                  </a:cubicBezTo>
                  <a:lnTo>
                    <a:pt x="3908" y="1525"/>
                  </a:lnTo>
                  <a:cubicBezTo>
                    <a:pt x="3564" y="1346"/>
                    <a:pt x="3195" y="1252"/>
                    <a:pt x="2817" y="1252"/>
                  </a:cubicBezTo>
                  <a:cubicBezTo>
                    <a:pt x="1263" y="1252"/>
                    <a:pt x="1" y="2818"/>
                    <a:pt x="1" y="4743"/>
                  </a:cubicBezTo>
                  <a:cubicBezTo>
                    <a:pt x="1" y="6668"/>
                    <a:pt x="1263" y="8233"/>
                    <a:pt x="2817" y="8233"/>
                  </a:cubicBezTo>
                  <a:lnTo>
                    <a:pt x="5532" y="8233"/>
                  </a:lnTo>
                  <a:cubicBezTo>
                    <a:pt x="6944" y="8233"/>
                    <a:pt x="8117" y="6938"/>
                    <a:pt x="8317" y="5256"/>
                  </a:cubicBezTo>
                  <a:lnTo>
                    <a:pt x="8995" y="5256"/>
                  </a:lnTo>
                  <a:cubicBezTo>
                    <a:pt x="9163" y="5256"/>
                    <a:pt x="9365" y="5172"/>
                    <a:pt x="9485" y="5051"/>
                  </a:cubicBezTo>
                  <a:lnTo>
                    <a:pt x="10710" y="3820"/>
                  </a:lnTo>
                  <a:cubicBezTo>
                    <a:pt x="10815" y="3717"/>
                    <a:pt x="10814" y="3548"/>
                    <a:pt x="10710" y="3445"/>
                  </a:cubicBezTo>
                  <a:cubicBezTo>
                    <a:pt x="10658" y="3393"/>
                    <a:pt x="10590" y="3367"/>
                    <a:pt x="10523" y="3367"/>
                  </a:cubicBezTo>
                  <a:cubicBezTo>
                    <a:pt x="10455" y="3367"/>
                    <a:pt x="10387" y="3393"/>
                    <a:pt x="10335" y="3446"/>
                  </a:cubicBezTo>
                  <a:lnTo>
                    <a:pt x="9109" y="4677"/>
                  </a:lnTo>
                  <a:cubicBezTo>
                    <a:pt x="9088" y="4696"/>
                    <a:pt x="9023" y="4723"/>
                    <a:pt x="8995" y="4724"/>
                  </a:cubicBezTo>
                  <a:lnTo>
                    <a:pt x="8348" y="4724"/>
                  </a:lnTo>
                  <a:cubicBezTo>
                    <a:pt x="8345" y="4166"/>
                    <a:pt x="8235" y="3614"/>
                    <a:pt x="8029" y="3124"/>
                  </a:cubicBezTo>
                  <a:cubicBezTo>
                    <a:pt x="8006" y="3072"/>
                    <a:pt x="7983" y="3021"/>
                    <a:pt x="7960" y="2971"/>
                  </a:cubicBezTo>
                  <a:cubicBezTo>
                    <a:pt x="7914" y="2875"/>
                    <a:pt x="7818" y="2819"/>
                    <a:pt x="7719" y="2819"/>
                  </a:cubicBezTo>
                  <a:cubicBezTo>
                    <a:pt x="7681" y="2819"/>
                    <a:pt x="7642" y="2828"/>
                    <a:pt x="7606" y="2845"/>
                  </a:cubicBezTo>
                  <a:cubicBezTo>
                    <a:pt x="7473" y="2909"/>
                    <a:pt x="7417" y="3067"/>
                    <a:pt x="7479" y="3200"/>
                  </a:cubicBezTo>
                  <a:cubicBezTo>
                    <a:pt x="7500" y="3242"/>
                    <a:pt x="7519" y="3286"/>
                    <a:pt x="7538" y="3331"/>
                  </a:cubicBezTo>
                  <a:cubicBezTo>
                    <a:pt x="7718" y="3756"/>
                    <a:pt x="7813" y="4237"/>
                    <a:pt x="7816" y="4724"/>
                  </a:cubicBezTo>
                  <a:lnTo>
                    <a:pt x="7024" y="4724"/>
                  </a:lnTo>
                  <a:cubicBezTo>
                    <a:pt x="6878" y="4724"/>
                    <a:pt x="6759" y="4843"/>
                    <a:pt x="6759" y="4990"/>
                  </a:cubicBezTo>
                  <a:cubicBezTo>
                    <a:pt x="6759" y="5137"/>
                    <a:pt x="6878" y="5256"/>
                    <a:pt x="7024" y="5256"/>
                  </a:cubicBezTo>
                  <a:lnTo>
                    <a:pt x="7781" y="5256"/>
                  </a:lnTo>
                  <a:cubicBezTo>
                    <a:pt x="7593" y="6643"/>
                    <a:pt x="6656" y="7701"/>
                    <a:pt x="5532" y="7701"/>
                  </a:cubicBezTo>
                  <a:lnTo>
                    <a:pt x="2817" y="7701"/>
                  </a:lnTo>
                  <a:cubicBezTo>
                    <a:pt x="1557" y="7701"/>
                    <a:pt x="531" y="6374"/>
                    <a:pt x="531" y="4743"/>
                  </a:cubicBezTo>
                  <a:cubicBezTo>
                    <a:pt x="531" y="3112"/>
                    <a:pt x="1557" y="1784"/>
                    <a:pt x="2817" y="1784"/>
                  </a:cubicBezTo>
                  <a:cubicBezTo>
                    <a:pt x="3225" y="1784"/>
                    <a:pt x="3625" y="1928"/>
                    <a:pt x="3976" y="2198"/>
                  </a:cubicBezTo>
                  <a:cubicBezTo>
                    <a:pt x="4039" y="2303"/>
                    <a:pt x="4147" y="2378"/>
                    <a:pt x="4273" y="2394"/>
                  </a:cubicBezTo>
                  <a:cubicBezTo>
                    <a:pt x="4350" y="2404"/>
                    <a:pt x="4428" y="2410"/>
                    <a:pt x="4506" y="2410"/>
                  </a:cubicBezTo>
                  <a:cubicBezTo>
                    <a:pt x="4983" y="2410"/>
                    <a:pt x="5431" y="2223"/>
                    <a:pt x="5769" y="1884"/>
                  </a:cubicBezTo>
                  <a:cubicBezTo>
                    <a:pt x="5792" y="1860"/>
                    <a:pt x="5815" y="1837"/>
                    <a:pt x="5837" y="1812"/>
                  </a:cubicBezTo>
                  <a:cubicBezTo>
                    <a:pt x="6112" y="1860"/>
                    <a:pt x="6379" y="1972"/>
                    <a:pt x="6622" y="2145"/>
                  </a:cubicBezTo>
                  <a:cubicBezTo>
                    <a:pt x="6669" y="2178"/>
                    <a:pt x="6722" y="2194"/>
                    <a:pt x="6775" y="2194"/>
                  </a:cubicBezTo>
                  <a:cubicBezTo>
                    <a:pt x="6859" y="2194"/>
                    <a:pt x="6941" y="2154"/>
                    <a:pt x="6993" y="2081"/>
                  </a:cubicBezTo>
                  <a:cubicBezTo>
                    <a:pt x="7077" y="1962"/>
                    <a:pt x="7049" y="1796"/>
                    <a:pt x="6929" y="1710"/>
                  </a:cubicBezTo>
                  <a:cubicBezTo>
                    <a:pt x="6684" y="1537"/>
                    <a:pt x="6418" y="1412"/>
                    <a:pt x="6143" y="1336"/>
                  </a:cubicBezTo>
                  <a:cubicBezTo>
                    <a:pt x="6271" y="1042"/>
                    <a:pt x="6319" y="715"/>
                    <a:pt x="6276" y="385"/>
                  </a:cubicBezTo>
                  <a:cubicBezTo>
                    <a:pt x="6252" y="202"/>
                    <a:pt x="6109" y="57"/>
                    <a:pt x="5927" y="34"/>
                  </a:cubicBezTo>
                  <a:cubicBezTo>
                    <a:pt x="5850" y="23"/>
                    <a:pt x="5772" y="18"/>
                    <a:pt x="5694" y="18"/>
                  </a:cubicBezTo>
                  <a:cubicBezTo>
                    <a:pt x="5220" y="18"/>
                    <a:pt x="4776" y="202"/>
                    <a:pt x="4440" y="535"/>
                  </a:cubicBezTo>
                  <a:lnTo>
                    <a:pt x="4440" y="267"/>
                  </a:lnTo>
                  <a:cubicBezTo>
                    <a:pt x="4440" y="120"/>
                    <a:pt x="4321" y="1"/>
                    <a:pt x="4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5889455" y="3385342"/>
              <a:ext cx="64279" cy="17645"/>
            </a:xfrm>
            <a:custGeom>
              <a:avLst/>
              <a:gdLst/>
              <a:ahLst/>
              <a:cxnLst/>
              <a:rect l="l" t="t" r="r" b="b"/>
              <a:pathLst>
                <a:path w="1938" h="532" extrusionOk="0">
                  <a:moveTo>
                    <a:pt x="266" y="1"/>
                  </a:moveTo>
                  <a:cubicBezTo>
                    <a:pt x="120" y="1"/>
                    <a:pt x="0" y="120"/>
                    <a:pt x="0" y="265"/>
                  </a:cubicBezTo>
                  <a:cubicBezTo>
                    <a:pt x="0" y="412"/>
                    <a:pt x="120" y="531"/>
                    <a:pt x="266" y="531"/>
                  </a:cubicBezTo>
                  <a:lnTo>
                    <a:pt x="1672" y="531"/>
                  </a:lnTo>
                  <a:cubicBezTo>
                    <a:pt x="1819" y="531"/>
                    <a:pt x="1938" y="412"/>
                    <a:pt x="1938" y="265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5889455" y="3412042"/>
              <a:ext cx="64279" cy="17678"/>
            </a:xfrm>
            <a:custGeom>
              <a:avLst/>
              <a:gdLst/>
              <a:ahLst/>
              <a:cxnLst/>
              <a:rect l="l" t="t" r="r" b="b"/>
              <a:pathLst>
                <a:path w="1938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2"/>
                    <a:pt x="266" y="532"/>
                  </a:cubicBezTo>
                  <a:lnTo>
                    <a:pt x="1672" y="532"/>
                  </a:lnTo>
                  <a:cubicBezTo>
                    <a:pt x="1819" y="532"/>
                    <a:pt x="1938" y="413"/>
                    <a:pt x="1938" y="266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5889455" y="3438775"/>
              <a:ext cx="64279" cy="17678"/>
            </a:xfrm>
            <a:custGeom>
              <a:avLst/>
              <a:gdLst/>
              <a:ahLst/>
              <a:cxnLst/>
              <a:rect l="l" t="t" r="r" b="b"/>
              <a:pathLst>
                <a:path w="1938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2"/>
                    <a:pt x="266" y="532"/>
                  </a:cubicBezTo>
                  <a:lnTo>
                    <a:pt x="1672" y="532"/>
                  </a:lnTo>
                  <a:cubicBezTo>
                    <a:pt x="1819" y="532"/>
                    <a:pt x="1938" y="413"/>
                    <a:pt x="1938" y="266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5604380" y="3592274"/>
              <a:ext cx="109386" cy="43516"/>
            </a:xfrm>
            <a:custGeom>
              <a:avLst/>
              <a:gdLst/>
              <a:ahLst/>
              <a:cxnLst/>
              <a:rect l="l" t="t" r="r" b="b"/>
              <a:pathLst>
                <a:path w="3298" h="1312" extrusionOk="0">
                  <a:moveTo>
                    <a:pt x="2766" y="532"/>
                  </a:moveTo>
                  <a:lnTo>
                    <a:pt x="2766" y="780"/>
                  </a:lnTo>
                  <a:lnTo>
                    <a:pt x="532" y="780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7"/>
                    <a:pt x="1" y="373"/>
                  </a:cubicBezTo>
                  <a:lnTo>
                    <a:pt x="1" y="940"/>
                  </a:lnTo>
                  <a:cubicBezTo>
                    <a:pt x="1" y="1145"/>
                    <a:pt x="168" y="1311"/>
                    <a:pt x="373" y="1311"/>
                  </a:cubicBezTo>
                  <a:lnTo>
                    <a:pt x="2925" y="1311"/>
                  </a:lnTo>
                  <a:cubicBezTo>
                    <a:pt x="3130" y="1311"/>
                    <a:pt x="3297" y="1145"/>
                    <a:pt x="3297" y="940"/>
                  </a:cubicBezTo>
                  <a:lnTo>
                    <a:pt x="3297" y="373"/>
                  </a:lnTo>
                  <a:cubicBezTo>
                    <a:pt x="3297" y="167"/>
                    <a:pt x="3130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7" name="Google Shape;1407;p38"/>
          <p:cNvGrpSpPr/>
          <p:nvPr/>
        </p:nvGrpSpPr>
        <p:grpSpPr>
          <a:xfrm>
            <a:off x="3347922" y="2778777"/>
            <a:ext cx="536704" cy="486141"/>
            <a:chOff x="6046403" y="3173534"/>
            <a:chExt cx="602023" cy="545307"/>
          </a:xfrm>
        </p:grpSpPr>
        <p:sp>
          <p:nvSpPr>
            <p:cNvPr id="1408" name="Google Shape;1408;p38"/>
            <p:cNvSpPr/>
            <p:nvPr/>
          </p:nvSpPr>
          <p:spPr>
            <a:xfrm>
              <a:off x="6046403" y="3173534"/>
              <a:ext cx="479171" cy="344511"/>
            </a:xfrm>
            <a:custGeom>
              <a:avLst/>
              <a:gdLst/>
              <a:ahLst/>
              <a:cxnLst/>
              <a:rect l="l" t="t" r="r" b="b"/>
              <a:pathLst>
                <a:path w="14447" h="10387" extrusionOk="0">
                  <a:moveTo>
                    <a:pt x="10349" y="0"/>
                  </a:moveTo>
                  <a:cubicBezTo>
                    <a:pt x="8682" y="0"/>
                    <a:pt x="7165" y="886"/>
                    <a:pt x="6334" y="2329"/>
                  </a:cubicBezTo>
                  <a:cubicBezTo>
                    <a:pt x="6033" y="2227"/>
                    <a:pt x="5721" y="2176"/>
                    <a:pt x="5399" y="2176"/>
                  </a:cubicBezTo>
                  <a:cubicBezTo>
                    <a:pt x="4629" y="2176"/>
                    <a:pt x="3901" y="2475"/>
                    <a:pt x="3351" y="3019"/>
                  </a:cubicBezTo>
                  <a:cubicBezTo>
                    <a:pt x="2860" y="3502"/>
                    <a:pt x="2559" y="4133"/>
                    <a:pt x="2487" y="4814"/>
                  </a:cubicBezTo>
                  <a:cubicBezTo>
                    <a:pt x="1848" y="4878"/>
                    <a:pt x="1256" y="5164"/>
                    <a:pt x="799" y="5631"/>
                  </a:cubicBezTo>
                  <a:cubicBezTo>
                    <a:pt x="284" y="6157"/>
                    <a:pt x="1" y="6853"/>
                    <a:pt x="1" y="7592"/>
                  </a:cubicBezTo>
                  <a:cubicBezTo>
                    <a:pt x="1" y="9133"/>
                    <a:pt x="1244" y="10387"/>
                    <a:pt x="2773" y="10387"/>
                  </a:cubicBezTo>
                  <a:lnTo>
                    <a:pt x="5081" y="10387"/>
                  </a:lnTo>
                  <a:cubicBezTo>
                    <a:pt x="5228" y="10387"/>
                    <a:pt x="5347" y="10268"/>
                    <a:pt x="5347" y="10121"/>
                  </a:cubicBezTo>
                  <a:cubicBezTo>
                    <a:pt x="5347" y="9974"/>
                    <a:pt x="5228" y="9855"/>
                    <a:pt x="5081" y="9855"/>
                  </a:cubicBezTo>
                  <a:lnTo>
                    <a:pt x="2773" y="9855"/>
                  </a:lnTo>
                  <a:cubicBezTo>
                    <a:pt x="1538" y="9855"/>
                    <a:pt x="533" y="8839"/>
                    <a:pt x="533" y="7592"/>
                  </a:cubicBezTo>
                  <a:cubicBezTo>
                    <a:pt x="533" y="6362"/>
                    <a:pt x="1523" y="5347"/>
                    <a:pt x="2742" y="5330"/>
                  </a:cubicBezTo>
                  <a:cubicBezTo>
                    <a:pt x="2885" y="5329"/>
                    <a:pt x="3001" y="5214"/>
                    <a:pt x="3004" y="5070"/>
                  </a:cubicBezTo>
                  <a:cubicBezTo>
                    <a:pt x="3018" y="4436"/>
                    <a:pt x="3274" y="3841"/>
                    <a:pt x="3725" y="3397"/>
                  </a:cubicBezTo>
                  <a:cubicBezTo>
                    <a:pt x="4174" y="2952"/>
                    <a:pt x="4770" y="2708"/>
                    <a:pt x="5399" y="2708"/>
                  </a:cubicBezTo>
                  <a:cubicBezTo>
                    <a:pt x="5729" y="2708"/>
                    <a:pt x="6048" y="2773"/>
                    <a:pt x="6349" y="2905"/>
                  </a:cubicBezTo>
                  <a:cubicBezTo>
                    <a:pt x="6384" y="2920"/>
                    <a:pt x="6420" y="2927"/>
                    <a:pt x="6456" y="2927"/>
                  </a:cubicBezTo>
                  <a:cubicBezTo>
                    <a:pt x="6553" y="2927"/>
                    <a:pt x="6645" y="2874"/>
                    <a:pt x="6692" y="2783"/>
                  </a:cubicBezTo>
                  <a:cubicBezTo>
                    <a:pt x="7401" y="1395"/>
                    <a:pt x="8803" y="532"/>
                    <a:pt x="10349" y="532"/>
                  </a:cubicBezTo>
                  <a:cubicBezTo>
                    <a:pt x="11813" y="532"/>
                    <a:pt x="13179" y="1329"/>
                    <a:pt x="13913" y="2610"/>
                  </a:cubicBezTo>
                  <a:cubicBezTo>
                    <a:pt x="13962" y="2696"/>
                    <a:pt x="14052" y="2744"/>
                    <a:pt x="14144" y="2744"/>
                  </a:cubicBezTo>
                  <a:cubicBezTo>
                    <a:pt x="14189" y="2744"/>
                    <a:pt x="14234" y="2733"/>
                    <a:pt x="14275" y="2709"/>
                  </a:cubicBezTo>
                  <a:cubicBezTo>
                    <a:pt x="14403" y="2636"/>
                    <a:pt x="14447" y="2474"/>
                    <a:pt x="14374" y="2346"/>
                  </a:cubicBezTo>
                  <a:cubicBezTo>
                    <a:pt x="13546" y="900"/>
                    <a:pt x="12004" y="0"/>
                    <a:pt x="10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6414131" y="3296287"/>
              <a:ext cx="229386" cy="221758"/>
            </a:xfrm>
            <a:custGeom>
              <a:avLst/>
              <a:gdLst/>
              <a:ahLst/>
              <a:cxnLst/>
              <a:rect l="l" t="t" r="r" b="b"/>
              <a:pathLst>
                <a:path w="6916" h="6686" extrusionOk="0">
                  <a:moveTo>
                    <a:pt x="3584" y="0"/>
                  </a:moveTo>
                  <a:cubicBezTo>
                    <a:pt x="3569" y="0"/>
                    <a:pt x="3555" y="1"/>
                    <a:pt x="3541" y="4"/>
                  </a:cubicBezTo>
                  <a:cubicBezTo>
                    <a:pt x="3396" y="26"/>
                    <a:pt x="3297" y="163"/>
                    <a:pt x="3321" y="309"/>
                  </a:cubicBezTo>
                  <a:cubicBezTo>
                    <a:pt x="3357" y="529"/>
                    <a:pt x="3374" y="756"/>
                    <a:pt x="3374" y="982"/>
                  </a:cubicBezTo>
                  <a:cubicBezTo>
                    <a:pt x="3374" y="1098"/>
                    <a:pt x="3369" y="1219"/>
                    <a:pt x="3359" y="1341"/>
                  </a:cubicBezTo>
                  <a:cubicBezTo>
                    <a:pt x="3353" y="1414"/>
                    <a:pt x="3378" y="1487"/>
                    <a:pt x="3429" y="1543"/>
                  </a:cubicBezTo>
                  <a:cubicBezTo>
                    <a:pt x="3479" y="1597"/>
                    <a:pt x="3550" y="1629"/>
                    <a:pt x="3624" y="1629"/>
                  </a:cubicBezTo>
                  <a:lnTo>
                    <a:pt x="4143" y="1629"/>
                  </a:lnTo>
                  <a:cubicBezTo>
                    <a:pt x="5379" y="1629"/>
                    <a:pt x="6384" y="2643"/>
                    <a:pt x="6384" y="3891"/>
                  </a:cubicBezTo>
                  <a:cubicBezTo>
                    <a:pt x="6384" y="5138"/>
                    <a:pt x="5379" y="6154"/>
                    <a:pt x="4143" y="6154"/>
                  </a:cubicBezTo>
                  <a:lnTo>
                    <a:pt x="266" y="6154"/>
                  </a:lnTo>
                  <a:cubicBezTo>
                    <a:pt x="120" y="6154"/>
                    <a:pt x="0" y="6273"/>
                    <a:pt x="0" y="6420"/>
                  </a:cubicBezTo>
                  <a:cubicBezTo>
                    <a:pt x="0" y="6567"/>
                    <a:pt x="120" y="6686"/>
                    <a:pt x="266" y="6686"/>
                  </a:cubicBezTo>
                  <a:lnTo>
                    <a:pt x="4143" y="6686"/>
                  </a:lnTo>
                  <a:cubicBezTo>
                    <a:pt x="5671" y="6686"/>
                    <a:pt x="6916" y="5432"/>
                    <a:pt x="6916" y="3891"/>
                  </a:cubicBezTo>
                  <a:cubicBezTo>
                    <a:pt x="6916" y="2351"/>
                    <a:pt x="5671" y="1097"/>
                    <a:pt x="4143" y="1097"/>
                  </a:cubicBezTo>
                  <a:lnTo>
                    <a:pt x="3905" y="1097"/>
                  </a:lnTo>
                  <a:cubicBezTo>
                    <a:pt x="3906" y="1058"/>
                    <a:pt x="3906" y="1020"/>
                    <a:pt x="3906" y="982"/>
                  </a:cubicBezTo>
                  <a:cubicBezTo>
                    <a:pt x="3906" y="728"/>
                    <a:pt x="3886" y="473"/>
                    <a:pt x="3846" y="223"/>
                  </a:cubicBezTo>
                  <a:cubicBezTo>
                    <a:pt x="3824" y="93"/>
                    <a:pt x="3712" y="0"/>
                    <a:pt x="3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6051146" y="3351412"/>
              <a:ext cx="223748" cy="234726"/>
            </a:xfrm>
            <a:custGeom>
              <a:avLst/>
              <a:gdLst/>
              <a:ahLst/>
              <a:cxnLst/>
              <a:rect l="l" t="t" r="r" b="b"/>
              <a:pathLst>
                <a:path w="6746" h="7077" extrusionOk="0">
                  <a:moveTo>
                    <a:pt x="5195" y="532"/>
                  </a:moveTo>
                  <a:cubicBezTo>
                    <a:pt x="5443" y="532"/>
                    <a:pt x="5644" y="736"/>
                    <a:pt x="5644" y="988"/>
                  </a:cubicBezTo>
                  <a:cubicBezTo>
                    <a:pt x="5644" y="1238"/>
                    <a:pt x="5442" y="1442"/>
                    <a:pt x="5195" y="1442"/>
                  </a:cubicBezTo>
                  <a:cubicBezTo>
                    <a:pt x="4947" y="1442"/>
                    <a:pt x="4746" y="1238"/>
                    <a:pt x="4746" y="988"/>
                  </a:cubicBezTo>
                  <a:cubicBezTo>
                    <a:pt x="4746" y="736"/>
                    <a:pt x="4947" y="532"/>
                    <a:pt x="5195" y="532"/>
                  </a:cubicBezTo>
                  <a:close/>
                  <a:moveTo>
                    <a:pt x="5195" y="1"/>
                  </a:moveTo>
                  <a:cubicBezTo>
                    <a:pt x="4655" y="1"/>
                    <a:pt x="4214" y="443"/>
                    <a:pt x="4214" y="988"/>
                  </a:cubicBezTo>
                  <a:cubicBezTo>
                    <a:pt x="4214" y="1532"/>
                    <a:pt x="4655" y="1974"/>
                    <a:pt x="5195" y="1974"/>
                  </a:cubicBezTo>
                  <a:cubicBezTo>
                    <a:pt x="5279" y="1974"/>
                    <a:pt x="5360" y="1964"/>
                    <a:pt x="5438" y="1944"/>
                  </a:cubicBezTo>
                  <a:lnTo>
                    <a:pt x="6160" y="3058"/>
                  </a:lnTo>
                  <a:cubicBezTo>
                    <a:pt x="6184" y="3097"/>
                    <a:pt x="6213" y="3193"/>
                    <a:pt x="6213" y="3239"/>
                  </a:cubicBezTo>
                  <a:lnTo>
                    <a:pt x="6213" y="6544"/>
                  </a:lnTo>
                  <a:lnTo>
                    <a:pt x="266" y="6544"/>
                  </a:lnTo>
                  <a:cubicBezTo>
                    <a:pt x="120" y="6544"/>
                    <a:pt x="0" y="6663"/>
                    <a:pt x="0" y="6810"/>
                  </a:cubicBezTo>
                  <a:cubicBezTo>
                    <a:pt x="0" y="6957"/>
                    <a:pt x="120" y="7076"/>
                    <a:pt x="266" y="7076"/>
                  </a:cubicBezTo>
                  <a:lnTo>
                    <a:pt x="6303" y="7076"/>
                  </a:lnTo>
                  <a:cubicBezTo>
                    <a:pt x="6547" y="7075"/>
                    <a:pt x="6745" y="6877"/>
                    <a:pt x="6745" y="6633"/>
                  </a:cubicBezTo>
                  <a:lnTo>
                    <a:pt x="6745" y="3239"/>
                  </a:lnTo>
                  <a:cubicBezTo>
                    <a:pt x="6745" y="3090"/>
                    <a:pt x="6687" y="2893"/>
                    <a:pt x="6606" y="2769"/>
                  </a:cubicBezTo>
                  <a:lnTo>
                    <a:pt x="5898" y="1675"/>
                  </a:lnTo>
                  <a:cubicBezTo>
                    <a:pt x="6069" y="1497"/>
                    <a:pt x="6175" y="1255"/>
                    <a:pt x="6175" y="988"/>
                  </a:cubicBezTo>
                  <a:cubicBezTo>
                    <a:pt x="6175" y="443"/>
                    <a:pt x="5736" y="1"/>
                    <a:pt x="5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6197481" y="3351412"/>
              <a:ext cx="273367" cy="287662"/>
            </a:xfrm>
            <a:custGeom>
              <a:avLst/>
              <a:gdLst/>
              <a:ahLst/>
              <a:cxnLst/>
              <a:rect l="l" t="t" r="r" b="b"/>
              <a:pathLst>
                <a:path w="8242" h="8673" extrusionOk="0">
                  <a:moveTo>
                    <a:pt x="3464" y="532"/>
                  </a:moveTo>
                  <a:cubicBezTo>
                    <a:pt x="3711" y="532"/>
                    <a:pt x="3912" y="736"/>
                    <a:pt x="3912" y="988"/>
                  </a:cubicBezTo>
                  <a:cubicBezTo>
                    <a:pt x="3912" y="1238"/>
                    <a:pt x="3711" y="1442"/>
                    <a:pt x="3464" y="1442"/>
                  </a:cubicBezTo>
                  <a:cubicBezTo>
                    <a:pt x="3216" y="1442"/>
                    <a:pt x="3015" y="1238"/>
                    <a:pt x="3015" y="988"/>
                  </a:cubicBezTo>
                  <a:cubicBezTo>
                    <a:pt x="3015" y="736"/>
                    <a:pt x="3216" y="532"/>
                    <a:pt x="3464" y="532"/>
                  </a:cubicBezTo>
                  <a:close/>
                  <a:moveTo>
                    <a:pt x="7260" y="532"/>
                  </a:moveTo>
                  <a:cubicBezTo>
                    <a:pt x="7509" y="532"/>
                    <a:pt x="7710" y="736"/>
                    <a:pt x="7710" y="988"/>
                  </a:cubicBezTo>
                  <a:cubicBezTo>
                    <a:pt x="7710" y="1238"/>
                    <a:pt x="7509" y="1442"/>
                    <a:pt x="7260" y="1442"/>
                  </a:cubicBezTo>
                  <a:cubicBezTo>
                    <a:pt x="7013" y="1442"/>
                    <a:pt x="6812" y="1238"/>
                    <a:pt x="6812" y="988"/>
                  </a:cubicBezTo>
                  <a:cubicBezTo>
                    <a:pt x="6812" y="736"/>
                    <a:pt x="7013" y="532"/>
                    <a:pt x="7260" y="532"/>
                  </a:cubicBezTo>
                  <a:close/>
                  <a:moveTo>
                    <a:pt x="3464" y="1"/>
                  </a:moveTo>
                  <a:cubicBezTo>
                    <a:pt x="2922" y="1"/>
                    <a:pt x="2483" y="443"/>
                    <a:pt x="2483" y="988"/>
                  </a:cubicBezTo>
                  <a:cubicBezTo>
                    <a:pt x="2483" y="1422"/>
                    <a:pt x="2764" y="1793"/>
                    <a:pt x="3153" y="1923"/>
                  </a:cubicBezTo>
                  <a:lnTo>
                    <a:pt x="3153" y="8142"/>
                  </a:lnTo>
                  <a:lnTo>
                    <a:pt x="266" y="8142"/>
                  </a:lnTo>
                  <a:cubicBezTo>
                    <a:pt x="119" y="8142"/>
                    <a:pt x="0" y="8261"/>
                    <a:pt x="0" y="8407"/>
                  </a:cubicBezTo>
                  <a:cubicBezTo>
                    <a:pt x="0" y="8554"/>
                    <a:pt x="119" y="8673"/>
                    <a:pt x="266" y="8673"/>
                  </a:cubicBezTo>
                  <a:lnTo>
                    <a:pt x="3242" y="8673"/>
                  </a:lnTo>
                  <a:cubicBezTo>
                    <a:pt x="3486" y="8673"/>
                    <a:pt x="3684" y="8475"/>
                    <a:pt x="3684" y="8230"/>
                  </a:cubicBezTo>
                  <a:lnTo>
                    <a:pt x="3684" y="1949"/>
                  </a:lnTo>
                  <a:cubicBezTo>
                    <a:pt x="4033" y="1868"/>
                    <a:pt x="4312" y="1599"/>
                    <a:pt x="4408" y="1254"/>
                  </a:cubicBezTo>
                  <a:lnTo>
                    <a:pt x="6317" y="1254"/>
                  </a:lnTo>
                  <a:cubicBezTo>
                    <a:pt x="6432" y="1668"/>
                    <a:pt x="6812" y="1974"/>
                    <a:pt x="7260" y="1974"/>
                  </a:cubicBezTo>
                  <a:cubicBezTo>
                    <a:pt x="7801" y="1974"/>
                    <a:pt x="8242" y="1532"/>
                    <a:pt x="8242" y="988"/>
                  </a:cubicBezTo>
                  <a:cubicBezTo>
                    <a:pt x="8242" y="443"/>
                    <a:pt x="7801" y="1"/>
                    <a:pt x="7260" y="1"/>
                  </a:cubicBezTo>
                  <a:cubicBezTo>
                    <a:pt x="6812" y="1"/>
                    <a:pt x="6433" y="306"/>
                    <a:pt x="6317" y="722"/>
                  </a:cubicBezTo>
                  <a:lnTo>
                    <a:pt x="4408" y="722"/>
                  </a:lnTo>
                  <a:cubicBezTo>
                    <a:pt x="4292" y="306"/>
                    <a:pt x="3913" y="1"/>
                    <a:pt x="3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8"/>
            <p:cNvSpPr/>
            <p:nvPr/>
          </p:nvSpPr>
          <p:spPr>
            <a:xfrm>
              <a:off x="6050682" y="3597515"/>
              <a:ext cx="108027" cy="65506"/>
            </a:xfrm>
            <a:custGeom>
              <a:avLst/>
              <a:gdLst/>
              <a:ahLst/>
              <a:cxnLst/>
              <a:rect l="l" t="t" r="r" b="b"/>
              <a:pathLst>
                <a:path w="3257" h="1975" extrusionOk="0">
                  <a:moveTo>
                    <a:pt x="995" y="532"/>
                  </a:moveTo>
                  <a:cubicBezTo>
                    <a:pt x="1240" y="532"/>
                    <a:pt x="1436" y="727"/>
                    <a:pt x="1444" y="976"/>
                  </a:cubicBezTo>
                  <a:cubicBezTo>
                    <a:pt x="1451" y="1226"/>
                    <a:pt x="1255" y="1436"/>
                    <a:pt x="1007" y="1443"/>
                  </a:cubicBezTo>
                  <a:lnTo>
                    <a:pt x="995" y="1443"/>
                  </a:lnTo>
                  <a:cubicBezTo>
                    <a:pt x="750" y="1443"/>
                    <a:pt x="552" y="1248"/>
                    <a:pt x="546" y="999"/>
                  </a:cubicBezTo>
                  <a:cubicBezTo>
                    <a:pt x="539" y="749"/>
                    <a:pt x="735" y="539"/>
                    <a:pt x="983" y="532"/>
                  </a:cubicBezTo>
                  <a:close/>
                  <a:moveTo>
                    <a:pt x="995" y="0"/>
                  </a:moveTo>
                  <a:cubicBezTo>
                    <a:pt x="986" y="0"/>
                    <a:pt x="977" y="0"/>
                    <a:pt x="968" y="1"/>
                  </a:cubicBezTo>
                  <a:cubicBezTo>
                    <a:pt x="427" y="16"/>
                    <a:pt x="0" y="470"/>
                    <a:pt x="14" y="1014"/>
                  </a:cubicBezTo>
                  <a:cubicBezTo>
                    <a:pt x="29" y="1553"/>
                    <a:pt x="459" y="1975"/>
                    <a:pt x="995" y="1975"/>
                  </a:cubicBezTo>
                  <a:cubicBezTo>
                    <a:pt x="1003" y="1975"/>
                    <a:pt x="1012" y="1975"/>
                    <a:pt x="1022" y="1974"/>
                  </a:cubicBezTo>
                  <a:cubicBezTo>
                    <a:pt x="1461" y="1962"/>
                    <a:pt x="1827" y="1658"/>
                    <a:pt x="1940" y="1253"/>
                  </a:cubicBezTo>
                  <a:lnTo>
                    <a:pt x="2991" y="1253"/>
                  </a:lnTo>
                  <a:cubicBezTo>
                    <a:pt x="3138" y="1253"/>
                    <a:pt x="3257" y="1134"/>
                    <a:pt x="3257" y="988"/>
                  </a:cubicBezTo>
                  <a:cubicBezTo>
                    <a:pt x="3257" y="841"/>
                    <a:pt x="3138" y="722"/>
                    <a:pt x="2991" y="722"/>
                  </a:cubicBezTo>
                  <a:lnTo>
                    <a:pt x="1940" y="722"/>
                  </a:lnTo>
                  <a:cubicBezTo>
                    <a:pt x="1826" y="302"/>
                    <a:pt x="1448" y="0"/>
                    <a:pt x="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8"/>
            <p:cNvSpPr/>
            <p:nvPr/>
          </p:nvSpPr>
          <p:spPr>
            <a:xfrm>
              <a:off x="6051146" y="3653369"/>
              <a:ext cx="597280" cy="65473"/>
            </a:xfrm>
            <a:custGeom>
              <a:avLst/>
              <a:gdLst/>
              <a:ahLst/>
              <a:cxnLst/>
              <a:rect l="l" t="t" r="r" b="b"/>
              <a:pathLst>
                <a:path w="18008" h="1974" extrusionOk="0">
                  <a:moveTo>
                    <a:pt x="4793" y="532"/>
                  </a:moveTo>
                  <a:cubicBezTo>
                    <a:pt x="5038" y="532"/>
                    <a:pt x="5235" y="726"/>
                    <a:pt x="5242" y="974"/>
                  </a:cubicBezTo>
                  <a:cubicBezTo>
                    <a:pt x="5248" y="1226"/>
                    <a:pt x="5053" y="1435"/>
                    <a:pt x="4806" y="1442"/>
                  </a:cubicBezTo>
                  <a:lnTo>
                    <a:pt x="4792" y="1442"/>
                  </a:lnTo>
                  <a:cubicBezTo>
                    <a:pt x="4548" y="1442"/>
                    <a:pt x="4351" y="1248"/>
                    <a:pt x="4345" y="999"/>
                  </a:cubicBezTo>
                  <a:cubicBezTo>
                    <a:pt x="4337" y="749"/>
                    <a:pt x="4533" y="538"/>
                    <a:pt x="4781" y="532"/>
                  </a:cubicBezTo>
                  <a:close/>
                  <a:moveTo>
                    <a:pt x="4767" y="0"/>
                  </a:moveTo>
                  <a:cubicBezTo>
                    <a:pt x="4327" y="12"/>
                    <a:pt x="3962" y="315"/>
                    <a:pt x="3849" y="721"/>
                  </a:cubicBezTo>
                  <a:lnTo>
                    <a:pt x="266" y="721"/>
                  </a:lnTo>
                  <a:cubicBezTo>
                    <a:pt x="120" y="721"/>
                    <a:pt x="0" y="840"/>
                    <a:pt x="0" y="987"/>
                  </a:cubicBezTo>
                  <a:cubicBezTo>
                    <a:pt x="0" y="1134"/>
                    <a:pt x="120" y="1253"/>
                    <a:pt x="266" y="1253"/>
                  </a:cubicBezTo>
                  <a:lnTo>
                    <a:pt x="3848" y="1253"/>
                  </a:lnTo>
                  <a:cubicBezTo>
                    <a:pt x="3963" y="1672"/>
                    <a:pt x="4340" y="1973"/>
                    <a:pt x="4792" y="1973"/>
                  </a:cubicBezTo>
                  <a:lnTo>
                    <a:pt x="4820" y="1973"/>
                  </a:lnTo>
                  <a:cubicBezTo>
                    <a:pt x="5259" y="1961"/>
                    <a:pt x="5625" y="1658"/>
                    <a:pt x="5738" y="1253"/>
                  </a:cubicBezTo>
                  <a:lnTo>
                    <a:pt x="17741" y="1253"/>
                  </a:lnTo>
                  <a:cubicBezTo>
                    <a:pt x="17888" y="1253"/>
                    <a:pt x="18007" y="1134"/>
                    <a:pt x="18007" y="987"/>
                  </a:cubicBezTo>
                  <a:cubicBezTo>
                    <a:pt x="18007" y="840"/>
                    <a:pt x="17888" y="721"/>
                    <a:pt x="17741" y="721"/>
                  </a:cubicBezTo>
                  <a:lnTo>
                    <a:pt x="5738" y="721"/>
                  </a:lnTo>
                  <a:cubicBezTo>
                    <a:pt x="5624" y="302"/>
                    <a:pt x="5246" y="0"/>
                    <a:pt x="4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8"/>
            <p:cNvSpPr/>
            <p:nvPr/>
          </p:nvSpPr>
          <p:spPr>
            <a:xfrm>
              <a:off x="6498476" y="3568460"/>
              <a:ext cx="149950" cy="17645"/>
            </a:xfrm>
            <a:custGeom>
              <a:avLst/>
              <a:gdLst/>
              <a:ahLst/>
              <a:cxnLst/>
              <a:rect l="l" t="t" r="r" b="b"/>
              <a:pathLst>
                <a:path w="4521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4254" y="531"/>
                  </a:lnTo>
                  <a:cubicBezTo>
                    <a:pt x="4401" y="531"/>
                    <a:pt x="4520" y="413"/>
                    <a:pt x="4520" y="266"/>
                  </a:cubicBezTo>
                  <a:cubicBezTo>
                    <a:pt x="4520" y="119"/>
                    <a:pt x="4401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6342059" y="3417183"/>
              <a:ext cx="118839" cy="168922"/>
            </a:xfrm>
            <a:custGeom>
              <a:avLst/>
              <a:gdLst/>
              <a:ahLst/>
              <a:cxnLst/>
              <a:rect l="l" t="t" r="r" b="b"/>
              <a:pathLst>
                <a:path w="3583" h="5093" extrusionOk="0">
                  <a:moveTo>
                    <a:pt x="981" y="532"/>
                  </a:moveTo>
                  <a:cubicBezTo>
                    <a:pt x="1229" y="532"/>
                    <a:pt x="1430" y="737"/>
                    <a:pt x="1430" y="987"/>
                  </a:cubicBezTo>
                  <a:cubicBezTo>
                    <a:pt x="1430" y="1239"/>
                    <a:pt x="1229" y="1442"/>
                    <a:pt x="981" y="1442"/>
                  </a:cubicBezTo>
                  <a:cubicBezTo>
                    <a:pt x="733" y="1442"/>
                    <a:pt x="532" y="1239"/>
                    <a:pt x="532" y="987"/>
                  </a:cubicBezTo>
                  <a:cubicBezTo>
                    <a:pt x="532" y="737"/>
                    <a:pt x="733" y="532"/>
                    <a:pt x="981" y="532"/>
                  </a:cubicBezTo>
                  <a:close/>
                  <a:moveTo>
                    <a:pt x="981" y="1"/>
                  </a:moveTo>
                  <a:cubicBezTo>
                    <a:pt x="440" y="1"/>
                    <a:pt x="1" y="443"/>
                    <a:pt x="1" y="987"/>
                  </a:cubicBezTo>
                  <a:cubicBezTo>
                    <a:pt x="1" y="1445"/>
                    <a:pt x="312" y="1832"/>
                    <a:pt x="734" y="1942"/>
                  </a:cubicBezTo>
                  <a:lnTo>
                    <a:pt x="734" y="4650"/>
                  </a:lnTo>
                  <a:cubicBezTo>
                    <a:pt x="734" y="4894"/>
                    <a:pt x="932" y="5092"/>
                    <a:pt x="1178" y="5092"/>
                  </a:cubicBezTo>
                  <a:lnTo>
                    <a:pt x="3316" y="5092"/>
                  </a:lnTo>
                  <a:cubicBezTo>
                    <a:pt x="3463" y="5092"/>
                    <a:pt x="3582" y="4974"/>
                    <a:pt x="3582" y="4826"/>
                  </a:cubicBezTo>
                  <a:cubicBezTo>
                    <a:pt x="3582" y="4680"/>
                    <a:pt x="3463" y="4561"/>
                    <a:pt x="3316" y="4561"/>
                  </a:cubicBezTo>
                  <a:lnTo>
                    <a:pt x="1266" y="4561"/>
                  </a:lnTo>
                  <a:lnTo>
                    <a:pt x="1266" y="1932"/>
                  </a:lnTo>
                  <a:cubicBezTo>
                    <a:pt x="1668" y="1809"/>
                    <a:pt x="1962" y="1432"/>
                    <a:pt x="1962" y="987"/>
                  </a:cubicBezTo>
                  <a:cubicBezTo>
                    <a:pt x="1962" y="443"/>
                    <a:pt x="1521" y="1"/>
                    <a:pt x="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6341561" y="3597515"/>
              <a:ext cx="306866" cy="65506"/>
            </a:xfrm>
            <a:custGeom>
              <a:avLst/>
              <a:gdLst/>
              <a:ahLst/>
              <a:cxnLst/>
              <a:rect l="l" t="t" r="r" b="b"/>
              <a:pathLst>
                <a:path w="9252" h="1975" extrusionOk="0">
                  <a:moveTo>
                    <a:pt x="996" y="532"/>
                  </a:moveTo>
                  <a:cubicBezTo>
                    <a:pt x="1241" y="532"/>
                    <a:pt x="1438" y="727"/>
                    <a:pt x="1444" y="976"/>
                  </a:cubicBezTo>
                  <a:cubicBezTo>
                    <a:pt x="1451" y="1226"/>
                    <a:pt x="1255" y="1436"/>
                    <a:pt x="1008" y="1443"/>
                  </a:cubicBezTo>
                  <a:lnTo>
                    <a:pt x="995" y="1443"/>
                  </a:lnTo>
                  <a:cubicBezTo>
                    <a:pt x="751" y="1443"/>
                    <a:pt x="554" y="1248"/>
                    <a:pt x="547" y="999"/>
                  </a:cubicBezTo>
                  <a:cubicBezTo>
                    <a:pt x="541" y="749"/>
                    <a:pt x="737" y="539"/>
                    <a:pt x="984" y="532"/>
                  </a:cubicBezTo>
                  <a:close/>
                  <a:moveTo>
                    <a:pt x="7012" y="532"/>
                  </a:moveTo>
                  <a:cubicBezTo>
                    <a:pt x="7257" y="532"/>
                    <a:pt x="7455" y="727"/>
                    <a:pt x="7461" y="976"/>
                  </a:cubicBezTo>
                  <a:cubicBezTo>
                    <a:pt x="7468" y="1226"/>
                    <a:pt x="7272" y="1436"/>
                    <a:pt x="7024" y="1443"/>
                  </a:cubicBezTo>
                  <a:lnTo>
                    <a:pt x="7012" y="1443"/>
                  </a:lnTo>
                  <a:cubicBezTo>
                    <a:pt x="6767" y="1443"/>
                    <a:pt x="6570" y="1248"/>
                    <a:pt x="6563" y="999"/>
                  </a:cubicBezTo>
                  <a:cubicBezTo>
                    <a:pt x="6556" y="749"/>
                    <a:pt x="6752" y="539"/>
                    <a:pt x="7000" y="532"/>
                  </a:cubicBezTo>
                  <a:close/>
                  <a:moveTo>
                    <a:pt x="996" y="0"/>
                  </a:moveTo>
                  <a:cubicBezTo>
                    <a:pt x="987" y="0"/>
                    <a:pt x="978" y="0"/>
                    <a:pt x="969" y="1"/>
                  </a:cubicBezTo>
                  <a:cubicBezTo>
                    <a:pt x="429" y="16"/>
                    <a:pt x="0" y="470"/>
                    <a:pt x="15" y="1014"/>
                  </a:cubicBezTo>
                  <a:cubicBezTo>
                    <a:pt x="29" y="1553"/>
                    <a:pt x="460" y="1975"/>
                    <a:pt x="995" y="1975"/>
                  </a:cubicBezTo>
                  <a:cubicBezTo>
                    <a:pt x="1004" y="1975"/>
                    <a:pt x="1013" y="1975"/>
                    <a:pt x="1022" y="1974"/>
                  </a:cubicBezTo>
                  <a:cubicBezTo>
                    <a:pt x="1462" y="1962"/>
                    <a:pt x="1827" y="1658"/>
                    <a:pt x="1940" y="1253"/>
                  </a:cubicBezTo>
                  <a:lnTo>
                    <a:pt x="6066" y="1253"/>
                  </a:lnTo>
                  <a:cubicBezTo>
                    <a:pt x="6180" y="1673"/>
                    <a:pt x="6558" y="1975"/>
                    <a:pt x="7011" y="1975"/>
                  </a:cubicBezTo>
                  <a:cubicBezTo>
                    <a:pt x="7020" y="1975"/>
                    <a:pt x="7030" y="1975"/>
                    <a:pt x="7039" y="1974"/>
                  </a:cubicBezTo>
                  <a:cubicBezTo>
                    <a:pt x="7478" y="1962"/>
                    <a:pt x="7843" y="1658"/>
                    <a:pt x="7957" y="1253"/>
                  </a:cubicBezTo>
                  <a:lnTo>
                    <a:pt x="8985" y="1253"/>
                  </a:lnTo>
                  <a:cubicBezTo>
                    <a:pt x="9131" y="1253"/>
                    <a:pt x="9250" y="1134"/>
                    <a:pt x="9250" y="988"/>
                  </a:cubicBezTo>
                  <a:cubicBezTo>
                    <a:pt x="9251" y="841"/>
                    <a:pt x="9132" y="722"/>
                    <a:pt x="8985" y="722"/>
                  </a:cubicBezTo>
                  <a:lnTo>
                    <a:pt x="7957" y="722"/>
                  </a:lnTo>
                  <a:cubicBezTo>
                    <a:pt x="7843" y="302"/>
                    <a:pt x="7465" y="0"/>
                    <a:pt x="7012" y="0"/>
                  </a:cubicBezTo>
                  <a:cubicBezTo>
                    <a:pt x="7003" y="0"/>
                    <a:pt x="6995" y="0"/>
                    <a:pt x="6985" y="1"/>
                  </a:cubicBezTo>
                  <a:cubicBezTo>
                    <a:pt x="6546" y="12"/>
                    <a:pt x="6180" y="316"/>
                    <a:pt x="6067" y="722"/>
                  </a:cubicBezTo>
                  <a:lnTo>
                    <a:pt x="1941" y="722"/>
                  </a:lnTo>
                  <a:cubicBezTo>
                    <a:pt x="1826" y="302"/>
                    <a:pt x="1449" y="0"/>
                    <a:pt x="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6342025" y="3270682"/>
              <a:ext cx="65108" cy="65506"/>
            </a:xfrm>
            <a:custGeom>
              <a:avLst/>
              <a:gdLst/>
              <a:ahLst/>
              <a:cxnLst/>
              <a:rect l="l" t="t" r="r" b="b"/>
              <a:pathLst>
                <a:path w="1963" h="1975" extrusionOk="0">
                  <a:moveTo>
                    <a:pt x="982" y="532"/>
                  </a:moveTo>
                  <a:cubicBezTo>
                    <a:pt x="1230" y="532"/>
                    <a:pt x="1431" y="737"/>
                    <a:pt x="1431" y="987"/>
                  </a:cubicBezTo>
                  <a:cubicBezTo>
                    <a:pt x="1431" y="1239"/>
                    <a:pt x="1230" y="1443"/>
                    <a:pt x="982" y="1443"/>
                  </a:cubicBezTo>
                  <a:cubicBezTo>
                    <a:pt x="734" y="1443"/>
                    <a:pt x="533" y="1239"/>
                    <a:pt x="533" y="987"/>
                  </a:cubicBezTo>
                  <a:cubicBezTo>
                    <a:pt x="533" y="737"/>
                    <a:pt x="734" y="532"/>
                    <a:pt x="982" y="532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4"/>
                    <a:pt x="1" y="987"/>
                  </a:cubicBezTo>
                  <a:cubicBezTo>
                    <a:pt x="1" y="1532"/>
                    <a:pt x="441" y="1975"/>
                    <a:pt x="982" y="1975"/>
                  </a:cubicBezTo>
                  <a:cubicBezTo>
                    <a:pt x="1522" y="1975"/>
                    <a:pt x="1963" y="1532"/>
                    <a:pt x="1963" y="987"/>
                  </a:cubicBezTo>
                  <a:cubicBezTo>
                    <a:pt x="1963" y="443"/>
                    <a:pt x="1522" y="1"/>
                    <a:pt x="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8" name="Google Shape;1418;p38"/>
          <p:cNvGrpSpPr/>
          <p:nvPr/>
        </p:nvGrpSpPr>
        <p:grpSpPr>
          <a:xfrm>
            <a:off x="5285601" y="2447393"/>
            <a:ext cx="484249" cy="536704"/>
            <a:chOff x="2645541" y="4001992"/>
            <a:chExt cx="543184" cy="602023"/>
          </a:xfrm>
        </p:grpSpPr>
        <p:sp>
          <p:nvSpPr>
            <p:cNvPr id="1419" name="Google Shape;1419;p38"/>
            <p:cNvSpPr/>
            <p:nvPr/>
          </p:nvSpPr>
          <p:spPr>
            <a:xfrm>
              <a:off x="2709819" y="4234132"/>
              <a:ext cx="74527" cy="54262"/>
            </a:xfrm>
            <a:custGeom>
              <a:avLst/>
              <a:gdLst/>
              <a:ahLst/>
              <a:cxnLst/>
              <a:rect l="l" t="t" r="r" b="b"/>
              <a:pathLst>
                <a:path w="2247" h="1636" extrusionOk="0">
                  <a:moveTo>
                    <a:pt x="1898" y="0"/>
                  </a:moveTo>
                  <a:cubicBezTo>
                    <a:pt x="1671" y="0"/>
                    <a:pt x="1447" y="39"/>
                    <a:pt x="1232" y="116"/>
                  </a:cubicBezTo>
                  <a:cubicBezTo>
                    <a:pt x="688" y="312"/>
                    <a:pt x="259" y="734"/>
                    <a:pt x="53" y="1275"/>
                  </a:cubicBezTo>
                  <a:cubicBezTo>
                    <a:pt x="1" y="1412"/>
                    <a:pt x="69" y="1566"/>
                    <a:pt x="207" y="1618"/>
                  </a:cubicBezTo>
                  <a:cubicBezTo>
                    <a:pt x="238" y="1630"/>
                    <a:pt x="270" y="1636"/>
                    <a:pt x="301" y="1636"/>
                  </a:cubicBezTo>
                  <a:cubicBezTo>
                    <a:pt x="408" y="1636"/>
                    <a:pt x="509" y="1570"/>
                    <a:pt x="550" y="1464"/>
                  </a:cubicBezTo>
                  <a:cubicBezTo>
                    <a:pt x="701" y="1068"/>
                    <a:pt x="1014" y="760"/>
                    <a:pt x="1411" y="617"/>
                  </a:cubicBezTo>
                  <a:cubicBezTo>
                    <a:pt x="1569" y="560"/>
                    <a:pt x="1732" y="532"/>
                    <a:pt x="1898" y="532"/>
                  </a:cubicBezTo>
                  <a:cubicBezTo>
                    <a:pt x="1920" y="532"/>
                    <a:pt x="1941" y="532"/>
                    <a:pt x="1963" y="533"/>
                  </a:cubicBezTo>
                  <a:cubicBezTo>
                    <a:pt x="1966" y="533"/>
                    <a:pt x="1970" y="533"/>
                    <a:pt x="1974" y="533"/>
                  </a:cubicBezTo>
                  <a:cubicBezTo>
                    <a:pt x="2115" y="533"/>
                    <a:pt x="2234" y="422"/>
                    <a:pt x="2240" y="279"/>
                  </a:cubicBezTo>
                  <a:cubicBezTo>
                    <a:pt x="2246" y="133"/>
                    <a:pt x="2133" y="8"/>
                    <a:pt x="1986" y="2"/>
                  </a:cubicBezTo>
                  <a:cubicBezTo>
                    <a:pt x="1957" y="1"/>
                    <a:pt x="1927" y="0"/>
                    <a:pt x="1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2862721" y="4064115"/>
              <a:ext cx="251144" cy="228922"/>
            </a:xfrm>
            <a:custGeom>
              <a:avLst/>
              <a:gdLst/>
              <a:ahLst/>
              <a:cxnLst/>
              <a:rect l="l" t="t" r="r" b="b"/>
              <a:pathLst>
                <a:path w="7572" h="6902" extrusionOk="0">
                  <a:moveTo>
                    <a:pt x="5880" y="2326"/>
                  </a:moveTo>
                  <a:cubicBezTo>
                    <a:pt x="6519" y="2326"/>
                    <a:pt x="7040" y="2847"/>
                    <a:pt x="7040" y="3487"/>
                  </a:cubicBezTo>
                  <a:cubicBezTo>
                    <a:pt x="7040" y="3749"/>
                    <a:pt x="6953" y="3991"/>
                    <a:pt x="6806" y="4185"/>
                  </a:cubicBezTo>
                  <a:lnTo>
                    <a:pt x="6806" y="3553"/>
                  </a:lnTo>
                  <a:cubicBezTo>
                    <a:pt x="6806" y="3049"/>
                    <a:pt x="6396" y="2639"/>
                    <a:pt x="5893" y="2639"/>
                  </a:cubicBezTo>
                  <a:cubicBezTo>
                    <a:pt x="5389" y="2639"/>
                    <a:pt x="4979" y="3049"/>
                    <a:pt x="4979" y="3553"/>
                  </a:cubicBezTo>
                  <a:lnTo>
                    <a:pt x="4979" y="4218"/>
                  </a:lnTo>
                  <a:cubicBezTo>
                    <a:pt x="4817" y="4019"/>
                    <a:pt x="4719" y="3765"/>
                    <a:pt x="4719" y="3487"/>
                  </a:cubicBezTo>
                  <a:cubicBezTo>
                    <a:pt x="4719" y="2847"/>
                    <a:pt x="5239" y="2326"/>
                    <a:pt x="5880" y="2326"/>
                  </a:cubicBezTo>
                  <a:close/>
                  <a:moveTo>
                    <a:pt x="4714" y="4713"/>
                  </a:moveTo>
                  <a:cubicBezTo>
                    <a:pt x="4796" y="4790"/>
                    <a:pt x="4885" y="4859"/>
                    <a:pt x="4979" y="4919"/>
                  </a:cubicBezTo>
                  <a:lnTo>
                    <a:pt x="4979" y="5676"/>
                  </a:lnTo>
                  <a:lnTo>
                    <a:pt x="4714" y="5676"/>
                  </a:lnTo>
                  <a:lnTo>
                    <a:pt x="4714" y="4713"/>
                  </a:lnTo>
                  <a:close/>
                  <a:moveTo>
                    <a:pt x="1710" y="1"/>
                  </a:moveTo>
                  <a:cubicBezTo>
                    <a:pt x="1207" y="1"/>
                    <a:pt x="797" y="410"/>
                    <a:pt x="797" y="914"/>
                  </a:cubicBezTo>
                  <a:lnTo>
                    <a:pt x="797" y="5676"/>
                  </a:lnTo>
                  <a:lnTo>
                    <a:pt x="532" y="5676"/>
                  </a:lnTo>
                  <a:lnTo>
                    <a:pt x="532" y="4048"/>
                  </a:lnTo>
                  <a:cubicBezTo>
                    <a:pt x="532" y="3901"/>
                    <a:pt x="413" y="3782"/>
                    <a:pt x="267" y="3782"/>
                  </a:cubicBezTo>
                  <a:cubicBezTo>
                    <a:pt x="120" y="3782"/>
                    <a:pt x="1" y="3901"/>
                    <a:pt x="1" y="4048"/>
                  </a:cubicBezTo>
                  <a:lnTo>
                    <a:pt x="1" y="5942"/>
                  </a:lnTo>
                  <a:cubicBezTo>
                    <a:pt x="1" y="6089"/>
                    <a:pt x="120" y="6208"/>
                    <a:pt x="267" y="6208"/>
                  </a:cubicBezTo>
                  <a:lnTo>
                    <a:pt x="1063" y="6208"/>
                  </a:lnTo>
                  <a:cubicBezTo>
                    <a:pt x="1210" y="6208"/>
                    <a:pt x="1328" y="6089"/>
                    <a:pt x="1328" y="5942"/>
                  </a:cubicBezTo>
                  <a:lnTo>
                    <a:pt x="1328" y="914"/>
                  </a:lnTo>
                  <a:cubicBezTo>
                    <a:pt x="1328" y="704"/>
                    <a:pt x="1500" y="532"/>
                    <a:pt x="1710" y="532"/>
                  </a:cubicBezTo>
                  <a:cubicBezTo>
                    <a:pt x="1921" y="532"/>
                    <a:pt x="2092" y="704"/>
                    <a:pt x="2092" y="914"/>
                  </a:cubicBezTo>
                  <a:lnTo>
                    <a:pt x="2092" y="5942"/>
                  </a:lnTo>
                  <a:cubicBezTo>
                    <a:pt x="2092" y="6089"/>
                    <a:pt x="2210" y="6208"/>
                    <a:pt x="2357" y="6208"/>
                  </a:cubicBezTo>
                  <a:lnTo>
                    <a:pt x="3154" y="6208"/>
                  </a:lnTo>
                  <a:cubicBezTo>
                    <a:pt x="3301" y="6208"/>
                    <a:pt x="3420" y="6089"/>
                    <a:pt x="3420" y="5942"/>
                  </a:cubicBezTo>
                  <a:lnTo>
                    <a:pt x="3420" y="2183"/>
                  </a:lnTo>
                  <a:cubicBezTo>
                    <a:pt x="3420" y="1973"/>
                    <a:pt x="3591" y="1803"/>
                    <a:pt x="3802" y="1803"/>
                  </a:cubicBezTo>
                  <a:cubicBezTo>
                    <a:pt x="4012" y="1803"/>
                    <a:pt x="4183" y="1973"/>
                    <a:pt x="4183" y="2183"/>
                  </a:cubicBezTo>
                  <a:lnTo>
                    <a:pt x="4183" y="5942"/>
                  </a:lnTo>
                  <a:cubicBezTo>
                    <a:pt x="4183" y="6089"/>
                    <a:pt x="4302" y="6208"/>
                    <a:pt x="4448" y="6208"/>
                  </a:cubicBezTo>
                  <a:lnTo>
                    <a:pt x="5245" y="6208"/>
                  </a:lnTo>
                  <a:cubicBezTo>
                    <a:pt x="5392" y="6208"/>
                    <a:pt x="5511" y="6089"/>
                    <a:pt x="5511" y="5942"/>
                  </a:cubicBezTo>
                  <a:lnTo>
                    <a:pt x="5511" y="3553"/>
                  </a:lnTo>
                  <a:cubicBezTo>
                    <a:pt x="5511" y="3343"/>
                    <a:pt x="5683" y="3171"/>
                    <a:pt x="5892" y="3171"/>
                  </a:cubicBezTo>
                  <a:cubicBezTo>
                    <a:pt x="6103" y="3171"/>
                    <a:pt x="6274" y="3343"/>
                    <a:pt x="6274" y="3553"/>
                  </a:cubicBezTo>
                  <a:lnTo>
                    <a:pt x="6274" y="6635"/>
                  </a:lnTo>
                  <a:cubicBezTo>
                    <a:pt x="6274" y="6782"/>
                    <a:pt x="6393" y="6901"/>
                    <a:pt x="6540" y="6901"/>
                  </a:cubicBezTo>
                  <a:cubicBezTo>
                    <a:pt x="6687" y="6901"/>
                    <a:pt x="6806" y="6782"/>
                    <a:pt x="6806" y="6635"/>
                  </a:cubicBezTo>
                  <a:lnTo>
                    <a:pt x="6806" y="4903"/>
                  </a:lnTo>
                  <a:cubicBezTo>
                    <a:pt x="7267" y="4600"/>
                    <a:pt x="7572" y="4079"/>
                    <a:pt x="7572" y="3487"/>
                  </a:cubicBezTo>
                  <a:cubicBezTo>
                    <a:pt x="7572" y="2554"/>
                    <a:pt x="6813" y="1794"/>
                    <a:pt x="5880" y="1794"/>
                  </a:cubicBezTo>
                  <a:cubicBezTo>
                    <a:pt x="5428" y="1794"/>
                    <a:pt x="5018" y="1972"/>
                    <a:pt x="4714" y="2260"/>
                  </a:cubicBezTo>
                  <a:lnTo>
                    <a:pt x="4714" y="2183"/>
                  </a:lnTo>
                  <a:cubicBezTo>
                    <a:pt x="4714" y="1680"/>
                    <a:pt x="4305" y="1271"/>
                    <a:pt x="3802" y="1271"/>
                  </a:cubicBezTo>
                  <a:cubicBezTo>
                    <a:pt x="3299" y="1271"/>
                    <a:pt x="2889" y="1680"/>
                    <a:pt x="2889" y="2183"/>
                  </a:cubicBezTo>
                  <a:lnTo>
                    <a:pt x="2889" y="5676"/>
                  </a:lnTo>
                  <a:lnTo>
                    <a:pt x="2624" y="5676"/>
                  </a:lnTo>
                  <a:lnTo>
                    <a:pt x="2624" y="914"/>
                  </a:lnTo>
                  <a:cubicBezTo>
                    <a:pt x="2624" y="410"/>
                    <a:pt x="2214" y="1"/>
                    <a:pt x="1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2663783" y="4098775"/>
              <a:ext cx="424677" cy="441260"/>
            </a:xfrm>
            <a:custGeom>
              <a:avLst/>
              <a:gdLst/>
              <a:ahLst/>
              <a:cxnLst/>
              <a:rect l="l" t="t" r="r" b="b"/>
              <a:pathLst>
                <a:path w="12804" h="13304" extrusionOk="0">
                  <a:moveTo>
                    <a:pt x="3290" y="3672"/>
                  </a:moveTo>
                  <a:cubicBezTo>
                    <a:pt x="3637" y="3672"/>
                    <a:pt x="3982" y="3749"/>
                    <a:pt x="4305" y="3900"/>
                  </a:cubicBezTo>
                  <a:cubicBezTo>
                    <a:pt x="4447" y="3968"/>
                    <a:pt x="4581" y="4048"/>
                    <a:pt x="4704" y="4139"/>
                  </a:cubicBezTo>
                  <a:lnTo>
                    <a:pt x="4704" y="4679"/>
                  </a:lnTo>
                  <a:cubicBezTo>
                    <a:pt x="4693" y="4667"/>
                    <a:pt x="4681" y="4655"/>
                    <a:pt x="4670" y="4643"/>
                  </a:cubicBezTo>
                  <a:cubicBezTo>
                    <a:pt x="4618" y="4593"/>
                    <a:pt x="4551" y="4568"/>
                    <a:pt x="4484" y="4568"/>
                  </a:cubicBezTo>
                  <a:cubicBezTo>
                    <a:pt x="4415" y="4568"/>
                    <a:pt x="4346" y="4595"/>
                    <a:pt x="4294" y="4648"/>
                  </a:cubicBezTo>
                  <a:cubicBezTo>
                    <a:pt x="4192" y="4754"/>
                    <a:pt x="4194" y="4922"/>
                    <a:pt x="4299" y="5025"/>
                  </a:cubicBezTo>
                  <a:cubicBezTo>
                    <a:pt x="4456" y="5178"/>
                    <a:pt x="4575" y="5360"/>
                    <a:pt x="4649" y="5569"/>
                  </a:cubicBezTo>
                  <a:cubicBezTo>
                    <a:pt x="4657" y="5589"/>
                    <a:pt x="4664" y="5610"/>
                    <a:pt x="4670" y="5630"/>
                  </a:cubicBezTo>
                  <a:lnTo>
                    <a:pt x="4320" y="5280"/>
                  </a:lnTo>
                  <a:cubicBezTo>
                    <a:pt x="4087" y="5047"/>
                    <a:pt x="3778" y="4919"/>
                    <a:pt x="3448" y="4919"/>
                  </a:cubicBezTo>
                  <a:cubicBezTo>
                    <a:pt x="3120" y="4919"/>
                    <a:pt x="2810" y="5047"/>
                    <a:pt x="2578" y="5280"/>
                  </a:cubicBezTo>
                  <a:cubicBezTo>
                    <a:pt x="2097" y="5761"/>
                    <a:pt x="2097" y="6542"/>
                    <a:pt x="2578" y="7023"/>
                  </a:cubicBezTo>
                  <a:lnTo>
                    <a:pt x="3035" y="7482"/>
                  </a:lnTo>
                  <a:cubicBezTo>
                    <a:pt x="2912" y="7459"/>
                    <a:pt x="2790" y="7421"/>
                    <a:pt x="2673" y="7366"/>
                  </a:cubicBezTo>
                  <a:cubicBezTo>
                    <a:pt x="2323" y="7201"/>
                    <a:pt x="2058" y="6911"/>
                    <a:pt x="1929" y="6547"/>
                  </a:cubicBezTo>
                  <a:cubicBezTo>
                    <a:pt x="1889" y="6439"/>
                    <a:pt x="1787" y="6372"/>
                    <a:pt x="1677" y="6372"/>
                  </a:cubicBezTo>
                  <a:cubicBezTo>
                    <a:pt x="1648" y="6372"/>
                    <a:pt x="1617" y="6377"/>
                    <a:pt x="1588" y="6387"/>
                  </a:cubicBezTo>
                  <a:cubicBezTo>
                    <a:pt x="1450" y="6437"/>
                    <a:pt x="1378" y="6589"/>
                    <a:pt x="1428" y="6728"/>
                  </a:cubicBezTo>
                  <a:cubicBezTo>
                    <a:pt x="1606" y="7224"/>
                    <a:pt x="1968" y="7621"/>
                    <a:pt x="2446" y="7847"/>
                  </a:cubicBezTo>
                  <a:cubicBezTo>
                    <a:pt x="2715" y="7973"/>
                    <a:pt x="3002" y="8037"/>
                    <a:pt x="3289" y="8037"/>
                  </a:cubicBezTo>
                  <a:cubicBezTo>
                    <a:pt x="3382" y="8037"/>
                    <a:pt x="3477" y="8030"/>
                    <a:pt x="3570" y="8016"/>
                  </a:cubicBezTo>
                  <a:lnTo>
                    <a:pt x="3913" y="8360"/>
                  </a:lnTo>
                  <a:cubicBezTo>
                    <a:pt x="3706" y="8416"/>
                    <a:pt x="3497" y="8443"/>
                    <a:pt x="3290" y="8443"/>
                  </a:cubicBezTo>
                  <a:cubicBezTo>
                    <a:pt x="2313" y="8443"/>
                    <a:pt x="1394" y="7837"/>
                    <a:pt x="1045" y="6866"/>
                  </a:cubicBezTo>
                  <a:cubicBezTo>
                    <a:pt x="599" y="5628"/>
                    <a:pt x="1244" y="4260"/>
                    <a:pt x="2481" y="3814"/>
                  </a:cubicBezTo>
                  <a:cubicBezTo>
                    <a:pt x="2745" y="3719"/>
                    <a:pt x="3018" y="3672"/>
                    <a:pt x="3290" y="3672"/>
                  </a:cubicBezTo>
                  <a:close/>
                  <a:moveTo>
                    <a:pt x="5618" y="1"/>
                  </a:moveTo>
                  <a:cubicBezTo>
                    <a:pt x="5114" y="1"/>
                    <a:pt x="4704" y="410"/>
                    <a:pt x="4704" y="915"/>
                  </a:cubicBezTo>
                  <a:lnTo>
                    <a:pt x="4704" y="1370"/>
                  </a:lnTo>
                  <a:lnTo>
                    <a:pt x="3798" y="550"/>
                  </a:lnTo>
                  <a:cubicBezTo>
                    <a:pt x="3676" y="440"/>
                    <a:pt x="3476" y="363"/>
                    <a:pt x="3311" y="363"/>
                  </a:cubicBezTo>
                  <a:lnTo>
                    <a:pt x="813" y="363"/>
                  </a:lnTo>
                  <a:cubicBezTo>
                    <a:pt x="666" y="363"/>
                    <a:pt x="547" y="482"/>
                    <a:pt x="547" y="629"/>
                  </a:cubicBezTo>
                  <a:cubicBezTo>
                    <a:pt x="547" y="776"/>
                    <a:pt x="666" y="894"/>
                    <a:pt x="813" y="894"/>
                  </a:cubicBezTo>
                  <a:lnTo>
                    <a:pt x="3311" y="894"/>
                  </a:lnTo>
                  <a:cubicBezTo>
                    <a:pt x="3342" y="894"/>
                    <a:pt x="3417" y="924"/>
                    <a:pt x="3441" y="944"/>
                  </a:cubicBezTo>
                  <a:lnTo>
                    <a:pt x="4704" y="2087"/>
                  </a:lnTo>
                  <a:lnTo>
                    <a:pt x="4704" y="3509"/>
                  </a:lnTo>
                  <a:cubicBezTo>
                    <a:pt x="4647" y="3477"/>
                    <a:pt x="4590" y="3448"/>
                    <a:pt x="4531" y="3420"/>
                  </a:cubicBezTo>
                  <a:cubicBezTo>
                    <a:pt x="4137" y="3234"/>
                    <a:pt x="3715" y="3140"/>
                    <a:pt x="3291" y="3140"/>
                  </a:cubicBezTo>
                  <a:cubicBezTo>
                    <a:pt x="2958" y="3140"/>
                    <a:pt x="2624" y="3198"/>
                    <a:pt x="2301" y="3314"/>
                  </a:cubicBezTo>
                  <a:cubicBezTo>
                    <a:pt x="788" y="3858"/>
                    <a:pt x="0" y="5532"/>
                    <a:pt x="545" y="7045"/>
                  </a:cubicBezTo>
                  <a:cubicBezTo>
                    <a:pt x="972" y="8234"/>
                    <a:pt x="2096" y="8976"/>
                    <a:pt x="3292" y="8976"/>
                  </a:cubicBezTo>
                  <a:cubicBezTo>
                    <a:pt x="3619" y="8976"/>
                    <a:pt x="3951" y="8920"/>
                    <a:pt x="4276" y="8803"/>
                  </a:cubicBezTo>
                  <a:cubicBezTo>
                    <a:pt x="4295" y="8796"/>
                    <a:pt x="4315" y="8789"/>
                    <a:pt x="4334" y="8780"/>
                  </a:cubicBezTo>
                  <a:lnTo>
                    <a:pt x="4714" y="9160"/>
                  </a:lnTo>
                  <a:cubicBezTo>
                    <a:pt x="4810" y="10265"/>
                    <a:pt x="5607" y="11180"/>
                    <a:pt x="6677" y="11431"/>
                  </a:cubicBezTo>
                  <a:lnTo>
                    <a:pt x="6677" y="12844"/>
                  </a:lnTo>
                  <a:cubicBezTo>
                    <a:pt x="6677" y="13097"/>
                    <a:pt x="6884" y="13303"/>
                    <a:pt x="7136" y="13303"/>
                  </a:cubicBezTo>
                  <a:lnTo>
                    <a:pt x="10373" y="13303"/>
                  </a:lnTo>
                  <a:cubicBezTo>
                    <a:pt x="10625" y="13303"/>
                    <a:pt x="10832" y="13097"/>
                    <a:pt x="10832" y="12844"/>
                  </a:cubicBezTo>
                  <a:lnTo>
                    <a:pt x="10832" y="11431"/>
                  </a:lnTo>
                  <a:cubicBezTo>
                    <a:pt x="11970" y="11162"/>
                    <a:pt x="12804" y="10128"/>
                    <a:pt x="12804" y="8938"/>
                  </a:cubicBezTo>
                  <a:lnTo>
                    <a:pt x="12804" y="7256"/>
                  </a:lnTo>
                  <a:cubicBezTo>
                    <a:pt x="12804" y="7109"/>
                    <a:pt x="12685" y="6991"/>
                    <a:pt x="12538" y="6991"/>
                  </a:cubicBezTo>
                  <a:cubicBezTo>
                    <a:pt x="12391" y="6991"/>
                    <a:pt x="12272" y="7109"/>
                    <a:pt x="12272" y="7256"/>
                  </a:cubicBezTo>
                  <a:lnTo>
                    <a:pt x="12272" y="8938"/>
                  </a:lnTo>
                  <a:cubicBezTo>
                    <a:pt x="12272" y="9943"/>
                    <a:pt x="11523" y="10807"/>
                    <a:pt x="10529" y="10947"/>
                  </a:cubicBezTo>
                  <a:cubicBezTo>
                    <a:pt x="10397" y="10965"/>
                    <a:pt x="10300" y="11077"/>
                    <a:pt x="10300" y="11210"/>
                  </a:cubicBezTo>
                  <a:lnTo>
                    <a:pt x="10300" y="12771"/>
                  </a:lnTo>
                  <a:lnTo>
                    <a:pt x="7209" y="12771"/>
                  </a:lnTo>
                  <a:lnTo>
                    <a:pt x="7209" y="11211"/>
                  </a:lnTo>
                  <a:cubicBezTo>
                    <a:pt x="7209" y="11077"/>
                    <a:pt x="7112" y="10965"/>
                    <a:pt x="6980" y="10947"/>
                  </a:cubicBezTo>
                  <a:cubicBezTo>
                    <a:pt x="6015" y="10811"/>
                    <a:pt x="5282" y="10005"/>
                    <a:pt x="5238" y="9031"/>
                  </a:cubicBezTo>
                  <a:cubicBezTo>
                    <a:pt x="5236" y="8965"/>
                    <a:pt x="5208" y="8902"/>
                    <a:pt x="5161" y="8855"/>
                  </a:cubicBezTo>
                  <a:lnTo>
                    <a:pt x="2952" y="6647"/>
                  </a:lnTo>
                  <a:cubicBezTo>
                    <a:pt x="2679" y="6374"/>
                    <a:pt x="2679" y="5929"/>
                    <a:pt x="2952" y="5656"/>
                  </a:cubicBezTo>
                  <a:cubicBezTo>
                    <a:pt x="3085" y="5524"/>
                    <a:pt x="3261" y="5451"/>
                    <a:pt x="3448" y="5451"/>
                  </a:cubicBezTo>
                  <a:cubicBezTo>
                    <a:pt x="3635" y="5451"/>
                    <a:pt x="3812" y="5524"/>
                    <a:pt x="3943" y="5656"/>
                  </a:cubicBezTo>
                  <a:lnTo>
                    <a:pt x="4782" y="6495"/>
                  </a:lnTo>
                  <a:cubicBezTo>
                    <a:pt x="4833" y="6546"/>
                    <a:pt x="4901" y="6573"/>
                    <a:pt x="4970" y="6573"/>
                  </a:cubicBezTo>
                  <a:cubicBezTo>
                    <a:pt x="5004" y="6573"/>
                    <a:pt x="5039" y="6566"/>
                    <a:pt x="5071" y="6552"/>
                  </a:cubicBezTo>
                  <a:cubicBezTo>
                    <a:pt x="5171" y="6511"/>
                    <a:pt x="5236" y="6414"/>
                    <a:pt x="5236" y="6307"/>
                  </a:cubicBezTo>
                  <a:lnTo>
                    <a:pt x="5236" y="2568"/>
                  </a:lnTo>
                  <a:lnTo>
                    <a:pt x="5399" y="2716"/>
                  </a:lnTo>
                  <a:cubicBezTo>
                    <a:pt x="5449" y="2762"/>
                    <a:pt x="5514" y="2784"/>
                    <a:pt x="5578" y="2784"/>
                  </a:cubicBezTo>
                  <a:cubicBezTo>
                    <a:pt x="5650" y="2784"/>
                    <a:pt x="5722" y="2755"/>
                    <a:pt x="5775" y="2697"/>
                  </a:cubicBezTo>
                  <a:cubicBezTo>
                    <a:pt x="5873" y="2588"/>
                    <a:pt x="5864" y="2420"/>
                    <a:pt x="5755" y="2321"/>
                  </a:cubicBezTo>
                  <a:lnTo>
                    <a:pt x="5236" y="1851"/>
                  </a:lnTo>
                  <a:lnTo>
                    <a:pt x="5236" y="915"/>
                  </a:lnTo>
                  <a:cubicBezTo>
                    <a:pt x="5236" y="704"/>
                    <a:pt x="5407" y="533"/>
                    <a:pt x="5618" y="533"/>
                  </a:cubicBezTo>
                  <a:cubicBezTo>
                    <a:pt x="5828" y="533"/>
                    <a:pt x="5999" y="704"/>
                    <a:pt x="5999" y="915"/>
                  </a:cubicBezTo>
                  <a:lnTo>
                    <a:pt x="5999" y="1442"/>
                  </a:lnTo>
                  <a:cubicBezTo>
                    <a:pt x="5999" y="1589"/>
                    <a:pt x="6118" y="1708"/>
                    <a:pt x="6265" y="1708"/>
                  </a:cubicBezTo>
                  <a:cubicBezTo>
                    <a:pt x="6411" y="1708"/>
                    <a:pt x="6530" y="1589"/>
                    <a:pt x="6530" y="1442"/>
                  </a:cubicBezTo>
                  <a:lnTo>
                    <a:pt x="6530" y="915"/>
                  </a:lnTo>
                  <a:cubicBezTo>
                    <a:pt x="6530" y="410"/>
                    <a:pt x="6121" y="1"/>
                    <a:pt x="5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2854098" y="4319140"/>
              <a:ext cx="82056" cy="105605"/>
            </a:xfrm>
            <a:custGeom>
              <a:avLst/>
              <a:gdLst/>
              <a:ahLst/>
              <a:cxnLst/>
              <a:rect l="l" t="t" r="r" b="b"/>
              <a:pathLst>
                <a:path w="2474" h="3184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011" y="532"/>
                  </a:lnTo>
                  <a:cubicBezTo>
                    <a:pt x="1525" y="532"/>
                    <a:pt x="1941" y="950"/>
                    <a:pt x="1941" y="1463"/>
                  </a:cubicBezTo>
                  <a:lnTo>
                    <a:pt x="1941" y="2918"/>
                  </a:lnTo>
                  <a:cubicBezTo>
                    <a:pt x="1941" y="3065"/>
                    <a:pt x="2061" y="3184"/>
                    <a:pt x="2207" y="3184"/>
                  </a:cubicBezTo>
                  <a:cubicBezTo>
                    <a:pt x="2354" y="3184"/>
                    <a:pt x="2473" y="3065"/>
                    <a:pt x="2473" y="2918"/>
                  </a:cubicBezTo>
                  <a:lnTo>
                    <a:pt x="2473" y="1463"/>
                  </a:lnTo>
                  <a:cubicBezTo>
                    <a:pt x="2473" y="656"/>
                    <a:pt x="1817" y="1"/>
                    <a:pt x="1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2645541" y="4001992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5459"/>
                  </a:lnTo>
                  <a:cubicBezTo>
                    <a:pt x="0" y="5606"/>
                    <a:pt x="119" y="5725"/>
                    <a:pt x="266" y="5725"/>
                  </a:cubicBezTo>
                  <a:cubicBezTo>
                    <a:pt x="413" y="5725"/>
                    <a:pt x="532" y="5606"/>
                    <a:pt x="532" y="5459"/>
                  </a:cubicBezTo>
                  <a:lnTo>
                    <a:pt x="532" y="533"/>
                  </a:lnTo>
                  <a:lnTo>
                    <a:pt x="5458" y="533"/>
                  </a:lnTo>
                  <a:cubicBezTo>
                    <a:pt x="5605" y="533"/>
                    <a:pt x="5724" y="414"/>
                    <a:pt x="5724" y="267"/>
                  </a:cubicBezTo>
                  <a:cubicBezTo>
                    <a:pt x="5724" y="120"/>
                    <a:pt x="5605" y="1"/>
                    <a:pt x="5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2645541" y="4414098"/>
              <a:ext cx="189884" cy="189917"/>
            </a:xfrm>
            <a:custGeom>
              <a:avLst/>
              <a:gdLst/>
              <a:ahLst/>
              <a:cxnLst/>
              <a:rect l="l" t="t" r="r" b="b"/>
              <a:pathLst>
                <a:path w="5725" h="5726" extrusionOk="0">
                  <a:moveTo>
                    <a:pt x="266" y="0"/>
                  </a:moveTo>
                  <a:cubicBezTo>
                    <a:pt x="119" y="0"/>
                    <a:pt x="0" y="120"/>
                    <a:pt x="0" y="266"/>
                  </a:cubicBezTo>
                  <a:lnTo>
                    <a:pt x="0" y="5460"/>
                  </a:lnTo>
                  <a:cubicBezTo>
                    <a:pt x="0" y="5606"/>
                    <a:pt x="119" y="5726"/>
                    <a:pt x="266" y="5726"/>
                  </a:cubicBezTo>
                  <a:lnTo>
                    <a:pt x="5458" y="5726"/>
                  </a:lnTo>
                  <a:cubicBezTo>
                    <a:pt x="5605" y="5726"/>
                    <a:pt x="5724" y="5606"/>
                    <a:pt x="5724" y="5460"/>
                  </a:cubicBezTo>
                  <a:cubicBezTo>
                    <a:pt x="5724" y="5312"/>
                    <a:pt x="5605" y="5194"/>
                    <a:pt x="5458" y="5194"/>
                  </a:cubicBezTo>
                  <a:lnTo>
                    <a:pt x="532" y="5194"/>
                  </a:lnTo>
                  <a:lnTo>
                    <a:pt x="532" y="266"/>
                  </a:lnTo>
                  <a:cubicBezTo>
                    <a:pt x="532" y="120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2998841" y="4001992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5194" y="532"/>
                  </a:lnTo>
                  <a:lnTo>
                    <a:pt x="5194" y="5459"/>
                  </a:lnTo>
                  <a:cubicBezTo>
                    <a:pt x="5194" y="5606"/>
                    <a:pt x="5312" y="5725"/>
                    <a:pt x="5459" y="5725"/>
                  </a:cubicBezTo>
                  <a:cubicBezTo>
                    <a:pt x="5606" y="5725"/>
                    <a:pt x="5725" y="5606"/>
                    <a:pt x="5725" y="5459"/>
                  </a:cubicBezTo>
                  <a:lnTo>
                    <a:pt x="5725" y="266"/>
                  </a:lnTo>
                  <a:cubicBezTo>
                    <a:pt x="5725" y="120"/>
                    <a:pt x="5606" y="1"/>
                    <a:pt x="5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2998841" y="4414098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5459" y="0"/>
                  </a:moveTo>
                  <a:cubicBezTo>
                    <a:pt x="5312" y="0"/>
                    <a:pt x="5194" y="120"/>
                    <a:pt x="5194" y="266"/>
                  </a:cubicBezTo>
                  <a:lnTo>
                    <a:pt x="5194" y="5194"/>
                  </a:lnTo>
                  <a:lnTo>
                    <a:pt x="266" y="5194"/>
                  </a:lnTo>
                  <a:cubicBezTo>
                    <a:pt x="120" y="5194"/>
                    <a:pt x="1" y="5312"/>
                    <a:pt x="1" y="5460"/>
                  </a:cubicBezTo>
                  <a:cubicBezTo>
                    <a:pt x="1" y="5605"/>
                    <a:pt x="120" y="5725"/>
                    <a:pt x="266" y="5725"/>
                  </a:cubicBezTo>
                  <a:lnTo>
                    <a:pt x="5459" y="5725"/>
                  </a:lnTo>
                  <a:cubicBezTo>
                    <a:pt x="5606" y="5725"/>
                    <a:pt x="5725" y="5605"/>
                    <a:pt x="5725" y="5460"/>
                  </a:cubicBezTo>
                  <a:lnTo>
                    <a:pt x="5725" y="266"/>
                  </a:lnTo>
                  <a:cubicBezTo>
                    <a:pt x="5725" y="120"/>
                    <a:pt x="5606" y="0"/>
                    <a:pt x="5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3073136" y="4486967"/>
              <a:ext cx="77380" cy="17678"/>
            </a:xfrm>
            <a:custGeom>
              <a:avLst/>
              <a:gdLst/>
              <a:ahLst/>
              <a:cxnLst/>
              <a:rect l="l" t="t" r="r" b="b"/>
              <a:pathLst>
                <a:path w="233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2067" y="533"/>
                  </a:lnTo>
                  <a:cubicBezTo>
                    <a:pt x="2213" y="533"/>
                    <a:pt x="2333" y="413"/>
                    <a:pt x="2333" y="267"/>
                  </a:cubicBezTo>
                  <a:cubicBezTo>
                    <a:pt x="2333" y="120"/>
                    <a:pt x="2213" y="1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3073136" y="4516851"/>
              <a:ext cx="77380" cy="17645"/>
            </a:xfrm>
            <a:custGeom>
              <a:avLst/>
              <a:gdLst/>
              <a:ahLst/>
              <a:cxnLst/>
              <a:rect l="l" t="t" r="r" b="b"/>
              <a:pathLst>
                <a:path w="2333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67" y="532"/>
                  </a:lnTo>
                  <a:cubicBezTo>
                    <a:pt x="2213" y="532"/>
                    <a:pt x="2333" y="413"/>
                    <a:pt x="2333" y="266"/>
                  </a:cubicBezTo>
                  <a:cubicBezTo>
                    <a:pt x="2333" y="119"/>
                    <a:pt x="2213" y="0"/>
                    <a:pt x="2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3073136" y="4546702"/>
              <a:ext cx="77380" cy="17678"/>
            </a:xfrm>
            <a:custGeom>
              <a:avLst/>
              <a:gdLst/>
              <a:ahLst/>
              <a:cxnLst/>
              <a:rect l="l" t="t" r="r" b="b"/>
              <a:pathLst>
                <a:path w="233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67" y="532"/>
                  </a:lnTo>
                  <a:cubicBezTo>
                    <a:pt x="2213" y="532"/>
                    <a:pt x="2333" y="413"/>
                    <a:pt x="2333" y="266"/>
                  </a:cubicBezTo>
                  <a:cubicBezTo>
                    <a:pt x="2333" y="120"/>
                    <a:pt x="2213" y="1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8"/>
            <p:cNvSpPr/>
            <p:nvPr/>
          </p:nvSpPr>
          <p:spPr>
            <a:xfrm>
              <a:off x="3067763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9" y="128"/>
                    <a:pt x="1" y="197"/>
                    <a:pt x="1" y="267"/>
                  </a:cubicBezTo>
                  <a:cubicBezTo>
                    <a:pt x="1" y="337"/>
                    <a:pt x="29" y="405"/>
                    <a:pt x="79" y="455"/>
                  </a:cubicBezTo>
                  <a:cubicBezTo>
                    <a:pt x="128" y="504"/>
                    <a:pt x="197" y="533"/>
                    <a:pt x="267" y="533"/>
                  </a:cubicBezTo>
                  <a:cubicBezTo>
                    <a:pt x="337" y="533"/>
                    <a:pt x="405" y="504"/>
                    <a:pt x="454" y="455"/>
                  </a:cubicBezTo>
                  <a:cubicBezTo>
                    <a:pt x="505" y="405"/>
                    <a:pt x="532" y="337"/>
                    <a:pt x="532" y="267"/>
                  </a:cubicBezTo>
                  <a:cubicBezTo>
                    <a:pt x="532" y="197"/>
                    <a:pt x="505" y="128"/>
                    <a:pt x="454" y="79"/>
                  </a:cubicBezTo>
                  <a:cubicBezTo>
                    <a:pt x="405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8"/>
            <p:cNvSpPr/>
            <p:nvPr/>
          </p:nvSpPr>
          <p:spPr>
            <a:xfrm>
              <a:off x="3100333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8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8" y="504"/>
                    <a:pt x="196" y="533"/>
                    <a:pt x="266" y="533"/>
                  </a:cubicBezTo>
                  <a:cubicBezTo>
                    <a:pt x="336" y="533"/>
                    <a:pt x="404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8"/>
            <p:cNvSpPr/>
            <p:nvPr/>
          </p:nvSpPr>
          <p:spPr>
            <a:xfrm>
              <a:off x="3132871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7"/>
                    <a:pt x="28" y="405"/>
                    <a:pt x="78" y="455"/>
                  </a:cubicBezTo>
                  <a:cubicBezTo>
                    <a:pt x="128" y="504"/>
                    <a:pt x="196" y="533"/>
                    <a:pt x="267" y="533"/>
                  </a:cubicBezTo>
                  <a:cubicBezTo>
                    <a:pt x="337" y="533"/>
                    <a:pt x="404" y="504"/>
                    <a:pt x="455" y="455"/>
                  </a:cubicBezTo>
                  <a:cubicBezTo>
                    <a:pt x="504" y="405"/>
                    <a:pt x="533" y="337"/>
                    <a:pt x="533" y="267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4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8"/>
            <p:cNvSpPr/>
            <p:nvPr/>
          </p:nvSpPr>
          <p:spPr>
            <a:xfrm>
              <a:off x="2686569" y="4504579"/>
              <a:ext cx="59801" cy="59801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1270" y="531"/>
                  </a:moveTo>
                  <a:lnTo>
                    <a:pt x="1270" y="1271"/>
                  </a:lnTo>
                  <a:lnTo>
                    <a:pt x="531" y="1271"/>
                  </a:lnTo>
                  <a:lnTo>
                    <a:pt x="531" y="531"/>
                  </a:lnTo>
                  <a:close/>
                  <a:moveTo>
                    <a:pt x="443" y="0"/>
                  </a:moveTo>
                  <a:cubicBezTo>
                    <a:pt x="198" y="0"/>
                    <a:pt x="0" y="199"/>
                    <a:pt x="0" y="443"/>
                  </a:cubicBezTo>
                  <a:lnTo>
                    <a:pt x="0" y="1360"/>
                  </a:lnTo>
                  <a:cubicBezTo>
                    <a:pt x="0" y="1604"/>
                    <a:pt x="198" y="1802"/>
                    <a:pt x="443" y="1802"/>
                  </a:cubicBezTo>
                  <a:lnTo>
                    <a:pt x="1360" y="1802"/>
                  </a:lnTo>
                  <a:cubicBezTo>
                    <a:pt x="1603" y="1802"/>
                    <a:pt x="1802" y="1604"/>
                    <a:pt x="1802" y="1360"/>
                  </a:cubicBezTo>
                  <a:lnTo>
                    <a:pt x="1802" y="443"/>
                  </a:lnTo>
                  <a:cubicBezTo>
                    <a:pt x="1802" y="199"/>
                    <a:pt x="1603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8"/>
            <p:cNvSpPr/>
            <p:nvPr/>
          </p:nvSpPr>
          <p:spPr>
            <a:xfrm>
              <a:off x="2681892" y="4086636"/>
              <a:ext cx="106435" cy="17645"/>
            </a:xfrm>
            <a:custGeom>
              <a:avLst/>
              <a:gdLst/>
              <a:ahLst/>
              <a:cxnLst/>
              <a:rect l="l" t="t" r="r" b="b"/>
              <a:pathLst>
                <a:path w="3209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942" y="531"/>
                  </a:lnTo>
                  <a:cubicBezTo>
                    <a:pt x="3089" y="531"/>
                    <a:pt x="3208" y="412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8"/>
            <p:cNvSpPr/>
            <p:nvPr/>
          </p:nvSpPr>
          <p:spPr>
            <a:xfrm>
              <a:off x="2681892" y="4062423"/>
              <a:ext cx="106435" cy="17678"/>
            </a:xfrm>
            <a:custGeom>
              <a:avLst/>
              <a:gdLst/>
              <a:ahLst/>
              <a:cxnLst/>
              <a:rect l="l" t="t" r="r" b="b"/>
              <a:pathLst>
                <a:path w="3209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942" y="532"/>
                  </a:lnTo>
                  <a:cubicBezTo>
                    <a:pt x="3089" y="532"/>
                    <a:pt x="3208" y="413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8"/>
            <p:cNvSpPr/>
            <p:nvPr/>
          </p:nvSpPr>
          <p:spPr>
            <a:xfrm>
              <a:off x="2681892" y="4038244"/>
              <a:ext cx="106435" cy="17678"/>
            </a:xfrm>
            <a:custGeom>
              <a:avLst/>
              <a:gdLst/>
              <a:ahLst/>
              <a:cxnLst/>
              <a:rect l="l" t="t" r="r" b="b"/>
              <a:pathLst>
                <a:path w="3209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942" y="532"/>
                  </a:lnTo>
                  <a:cubicBezTo>
                    <a:pt x="3089" y="532"/>
                    <a:pt x="3208" y="413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7" name="Google Shape;1437;p38"/>
          <p:cNvGrpSpPr/>
          <p:nvPr/>
        </p:nvGrpSpPr>
        <p:grpSpPr>
          <a:xfrm>
            <a:off x="1011700" y="1197775"/>
            <a:ext cx="76825" cy="76800"/>
            <a:chOff x="3104875" y="1099400"/>
            <a:chExt cx="76825" cy="76800"/>
          </a:xfrm>
        </p:grpSpPr>
        <p:sp>
          <p:nvSpPr>
            <p:cNvPr id="1438" name="Google Shape;143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0" name="Google Shape;1440;p38"/>
          <p:cNvGrpSpPr/>
          <p:nvPr/>
        </p:nvGrpSpPr>
        <p:grpSpPr>
          <a:xfrm>
            <a:off x="6556775" y="821850"/>
            <a:ext cx="76825" cy="76800"/>
            <a:chOff x="3104875" y="1099400"/>
            <a:chExt cx="76825" cy="76800"/>
          </a:xfrm>
        </p:grpSpPr>
        <p:sp>
          <p:nvSpPr>
            <p:cNvPr id="1441" name="Google Shape;1441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3" name="Google Shape;1443;p38"/>
          <p:cNvGrpSpPr/>
          <p:nvPr/>
        </p:nvGrpSpPr>
        <p:grpSpPr>
          <a:xfrm>
            <a:off x="7149100" y="4197150"/>
            <a:ext cx="76825" cy="76800"/>
            <a:chOff x="3104875" y="1099400"/>
            <a:chExt cx="76825" cy="76800"/>
          </a:xfrm>
        </p:grpSpPr>
        <p:sp>
          <p:nvSpPr>
            <p:cNvPr id="1444" name="Google Shape;1444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46" name="Google Shape;1446;p38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3028660" y="398380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38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913061">
            <a:off x="7869695" y="585559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38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9084173">
            <a:off x="472161" y="1008450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38"/>
          <p:cNvSpPr txBox="1"/>
          <p:nvPr/>
        </p:nvSpPr>
        <p:spPr>
          <a:xfrm>
            <a:off x="516075" y="3167700"/>
            <a:ext cx="23775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REDUNDANCY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the PDFs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0" name="Google Shape;1450;p38"/>
          <p:cNvSpPr txBox="1"/>
          <p:nvPr/>
        </p:nvSpPr>
        <p:spPr>
          <a:xfrm>
            <a:off x="2427525" y="1857100"/>
            <a:ext cx="23775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SIZE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the PDFs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1" name="Google Shape;1451;p38"/>
          <p:cNvSpPr txBox="1"/>
          <p:nvPr/>
        </p:nvSpPr>
        <p:spPr>
          <a:xfrm>
            <a:off x="6250425" y="1862213"/>
            <a:ext cx="23775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COMPLEXITY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the PDFs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2" name="Google Shape;1452;p38"/>
          <p:cNvSpPr txBox="1"/>
          <p:nvPr/>
        </p:nvSpPr>
        <p:spPr>
          <a:xfrm>
            <a:off x="4338975" y="3167700"/>
            <a:ext cx="23775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VARIABILITY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the PDFs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9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1458" name="Google Shape;1458;p39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39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39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39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39"/>
          <p:cNvSpPr txBox="1">
            <a:spLocks noGrp="1"/>
          </p:cNvSpPr>
          <p:nvPr>
            <p:ph type="title"/>
          </p:nvPr>
        </p:nvSpPr>
        <p:spPr>
          <a:xfrm>
            <a:off x="629475" y="2994863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REQUIREMENTS</a:t>
            </a:r>
            <a:endParaRPr/>
          </a:p>
        </p:txBody>
      </p:sp>
      <p:grpSp>
        <p:nvGrpSpPr>
          <p:cNvPr id="1463" name="Google Shape;1463;p39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464" name="Google Shape;1464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6" name="Google Shape;1466;p39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467" name="Google Shape;146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9" name="Google Shape;1469;p39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470" name="Google Shape;1470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72" name="Google Shape;1472;p39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4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REQUIREMENTS</a:t>
            </a:r>
            <a:endParaRPr/>
          </a:p>
        </p:txBody>
      </p:sp>
      <p:sp>
        <p:nvSpPr>
          <p:cNvPr id="1478" name="Google Shape;1478;p40"/>
          <p:cNvSpPr txBox="1">
            <a:spLocks noGrp="1"/>
          </p:cNvSpPr>
          <p:nvPr>
            <p:ph type="subTitle" idx="7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  <p:sp>
        <p:nvSpPr>
          <p:cNvPr id="1479" name="Google Shape;1479;p40"/>
          <p:cNvSpPr txBox="1">
            <a:spLocks noGrp="1"/>
          </p:cNvSpPr>
          <p:nvPr>
            <p:ph type="subTitle" idx="6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  <a:endParaRPr/>
          </a:p>
        </p:txBody>
      </p:sp>
      <p:sp>
        <p:nvSpPr>
          <p:cNvPr id="1480" name="Google Shape;1480;p40"/>
          <p:cNvSpPr txBox="1">
            <a:spLocks noGrp="1"/>
          </p:cNvSpPr>
          <p:nvPr>
            <p:ph type="subTitle" idx="5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LANGUAGES</a:t>
            </a:r>
            <a:endParaRPr/>
          </a:p>
        </p:txBody>
      </p:sp>
      <p:sp>
        <p:nvSpPr>
          <p:cNvPr id="1481" name="Google Shape;1481;p40"/>
          <p:cNvSpPr txBox="1">
            <a:spLocks noGrp="1"/>
          </p:cNvSpPr>
          <p:nvPr>
            <p:ph type="subTitle" idx="1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Python, HTML, JavaScript</a:t>
            </a:r>
            <a:endParaRPr/>
          </a:p>
        </p:txBody>
      </p:sp>
      <p:sp>
        <p:nvSpPr>
          <p:cNvPr id="1482" name="Google Shape;1482;p40"/>
          <p:cNvSpPr txBox="1">
            <a:spLocks noGrp="1"/>
          </p:cNvSpPr>
          <p:nvPr>
            <p:ph type="subTitle" idx="2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Torch, Google Cloud, pymupdf, fitz, gc, re, transformers, pprint</a:t>
            </a:r>
            <a:endParaRPr/>
          </a:p>
        </p:txBody>
      </p:sp>
      <p:sp>
        <p:nvSpPr>
          <p:cNvPr id="1483" name="Google Shape;1483;p40"/>
          <p:cNvSpPr txBox="1">
            <a:spLocks noGrp="1"/>
          </p:cNvSpPr>
          <p:nvPr>
            <p:ph type="subTitle" idx="3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T4 GPU, 15GB RAM, 12.7GB System RAM</a:t>
            </a:r>
            <a:endParaRPr/>
          </a:p>
        </p:txBody>
      </p:sp>
      <p:sp>
        <p:nvSpPr>
          <p:cNvPr id="1484" name="Google Shape;1484;p40"/>
          <p:cNvSpPr txBox="1">
            <a:spLocks noGrp="1"/>
          </p:cNvSpPr>
          <p:nvPr>
            <p:ph type="subTitle" idx="4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Ngrok, DeepSeek R1</a:t>
            </a:r>
            <a:endParaRPr/>
          </a:p>
        </p:txBody>
      </p:sp>
      <p:sp>
        <p:nvSpPr>
          <p:cNvPr id="1485" name="Google Shape;1485;p40"/>
          <p:cNvSpPr txBox="1">
            <a:spLocks noGrp="1"/>
          </p:cNvSpPr>
          <p:nvPr>
            <p:ph type="subTitle" idx="8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grpSp>
        <p:nvGrpSpPr>
          <p:cNvPr id="1486" name="Google Shape;1486;p40"/>
          <p:cNvGrpSpPr/>
          <p:nvPr/>
        </p:nvGrpSpPr>
        <p:grpSpPr>
          <a:xfrm>
            <a:off x="971350" y="1328513"/>
            <a:ext cx="76825" cy="76800"/>
            <a:chOff x="3104875" y="1099400"/>
            <a:chExt cx="76825" cy="76800"/>
          </a:xfrm>
        </p:grpSpPr>
        <p:sp>
          <p:nvSpPr>
            <p:cNvPr id="1487" name="Google Shape;1487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9" name="Google Shape;1489;p40"/>
          <p:cNvGrpSpPr/>
          <p:nvPr/>
        </p:nvGrpSpPr>
        <p:grpSpPr>
          <a:xfrm>
            <a:off x="1235150" y="4006963"/>
            <a:ext cx="76825" cy="76800"/>
            <a:chOff x="3104875" y="1099400"/>
            <a:chExt cx="76825" cy="76800"/>
          </a:xfrm>
        </p:grpSpPr>
        <p:sp>
          <p:nvSpPr>
            <p:cNvPr id="1490" name="Google Shape;1490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2" name="Google Shape;1492;p40"/>
          <p:cNvGrpSpPr/>
          <p:nvPr/>
        </p:nvGrpSpPr>
        <p:grpSpPr>
          <a:xfrm>
            <a:off x="8074025" y="2689263"/>
            <a:ext cx="76825" cy="76800"/>
            <a:chOff x="3104875" y="1099400"/>
            <a:chExt cx="76825" cy="76800"/>
          </a:xfrm>
        </p:grpSpPr>
        <p:sp>
          <p:nvSpPr>
            <p:cNvPr id="1493" name="Google Shape;1493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95" name="Google Shape;1495;p4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020103">
            <a:off x="7566363" y="96288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4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220421">
            <a:off x="233474" y="2300022"/>
            <a:ext cx="1552575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1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53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1502" name="Google Shape;1502;p41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41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41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41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41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ARCHITECTURE</a:t>
            </a:r>
            <a:endParaRPr/>
          </a:p>
        </p:txBody>
      </p:sp>
      <p:grpSp>
        <p:nvGrpSpPr>
          <p:cNvPr id="1507" name="Google Shape;1507;p41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508" name="Google Shape;1508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41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511" name="Google Shape;1511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41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514" name="Google Shape;1514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16" name="Google Shape;1516;p41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ARCHITECTURE</a:t>
            </a:r>
            <a:endParaRPr/>
          </a:p>
        </p:txBody>
      </p:sp>
      <p:grpSp>
        <p:nvGrpSpPr>
          <p:cNvPr id="1522" name="Google Shape;1522;p42"/>
          <p:cNvGrpSpPr/>
          <p:nvPr/>
        </p:nvGrpSpPr>
        <p:grpSpPr>
          <a:xfrm>
            <a:off x="971350" y="1328513"/>
            <a:ext cx="76825" cy="76800"/>
            <a:chOff x="3104875" y="1099400"/>
            <a:chExt cx="76825" cy="76800"/>
          </a:xfrm>
        </p:grpSpPr>
        <p:sp>
          <p:nvSpPr>
            <p:cNvPr id="1523" name="Google Shape;1523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5" name="Google Shape;1525;p42"/>
          <p:cNvGrpSpPr/>
          <p:nvPr/>
        </p:nvGrpSpPr>
        <p:grpSpPr>
          <a:xfrm>
            <a:off x="1235150" y="4006963"/>
            <a:ext cx="76825" cy="76800"/>
            <a:chOff x="3104875" y="1099400"/>
            <a:chExt cx="76825" cy="76800"/>
          </a:xfrm>
        </p:grpSpPr>
        <p:sp>
          <p:nvSpPr>
            <p:cNvPr id="1526" name="Google Shape;1526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42"/>
          <p:cNvGrpSpPr/>
          <p:nvPr/>
        </p:nvGrpSpPr>
        <p:grpSpPr>
          <a:xfrm>
            <a:off x="8074025" y="2689263"/>
            <a:ext cx="76825" cy="76800"/>
            <a:chOff x="3104875" y="1099400"/>
            <a:chExt cx="76825" cy="76800"/>
          </a:xfrm>
        </p:grpSpPr>
        <p:sp>
          <p:nvSpPr>
            <p:cNvPr id="1529" name="Google Shape;1529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31" name="Google Shape;1531;p42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020103">
            <a:off x="7566363" y="96288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42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220421">
            <a:off x="233474" y="23000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4713" y="1185074"/>
            <a:ext cx="5732777" cy="385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43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pic>
        <p:nvPicPr>
          <p:cNvPr id="1539" name="Google Shape;1539;p43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43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43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43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4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grpSp>
        <p:nvGrpSpPr>
          <p:cNvPr id="1544" name="Google Shape;1544;p43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545" name="Google Shape;1545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7" name="Google Shape;1547;p43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548" name="Google Shape;1548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43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551" name="Google Shape;1551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53" name="Google Shape;1553;p43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44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44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0" name="Google Shape;1560;p44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6">
            <a:off x="144714" y="4034029"/>
            <a:ext cx="1162200" cy="1041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p44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2" name="Google Shape;1562;p44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563" name="Google Shape;1563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5" name="Google Shape;1565;p44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566" name="Google Shape;1566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8" name="Google Shape;1568;p44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569" name="Google Shape;1569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1" name="Google Shape;1571;p44"/>
          <p:cNvSpPr txBox="1">
            <a:spLocks noGrp="1"/>
          </p:cNvSpPr>
          <p:nvPr>
            <p:ph type="title"/>
          </p:nvPr>
        </p:nvSpPr>
        <p:spPr>
          <a:xfrm>
            <a:off x="2612250" y="1753050"/>
            <a:ext cx="4295100" cy="16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Our Code &amp; UI</a:t>
            </a:r>
            <a:endParaRPr sz="32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p45"/>
          <p:cNvPicPr preferRelativeResize="0"/>
          <p:nvPr/>
        </p:nvPicPr>
        <p:blipFill rotWithShape="1">
          <a:blip r:embed="rId3">
            <a:alphaModFix/>
          </a:blip>
          <a:srcRect l="14111" r="14582"/>
          <a:stretch/>
        </p:blipFill>
        <p:spPr>
          <a:xfrm>
            <a:off x="2438825" y="647700"/>
            <a:ext cx="42381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6"/>
          <p:cNvGrpSpPr/>
          <p:nvPr/>
        </p:nvGrpSpPr>
        <p:grpSpPr>
          <a:xfrm>
            <a:off x="923900" y="1437125"/>
            <a:ext cx="76825" cy="76800"/>
            <a:chOff x="3104875" y="1099400"/>
            <a:chExt cx="76825" cy="76800"/>
          </a:xfrm>
        </p:grpSpPr>
        <p:sp>
          <p:nvSpPr>
            <p:cNvPr id="1582" name="Google Shape;1582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6"/>
          <p:cNvGrpSpPr/>
          <p:nvPr/>
        </p:nvGrpSpPr>
        <p:grpSpPr>
          <a:xfrm>
            <a:off x="5755375" y="3132149"/>
            <a:ext cx="76825" cy="76800"/>
            <a:chOff x="3104875" y="1099400"/>
            <a:chExt cx="76825" cy="76800"/>
          </a:xfrm>
        </p:grpSpPr>
        <p:sp>
          <p:nvSpPr>
            <p:cNvPr id="1585" name="Google Shape;1585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6"/>
          <p:cNvGrpSpPr/>
          <p:nvPr/>
        </p:nvGrpSpPr>
        <p:grpSpPr>
          <a:xfrm>
            <a:off x="7846000" y="1214600"/>
            <a:ext cx="76825" cy="76800"/>
            <a:chOff x="3104875" y="1099400"/>
            <a:chExt cx="76825" cy="76800"/>
          </a:xfrm>
        </p:grpSpPr>
        <p:sp>
          <p:nvSpPr>
            <p:cNvPr id="1588" name="Google Shape;1588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6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503887" y="462313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6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5800073">
            <a:off x="5628337" y="1671987"/>
            <a:ext cx="652200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876" y="805801"/>
            <a:ext cx="6604250" cy="39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7" name="Google Shape;1597;p47"/>
          <p:cNvGrpSpPr/>
          <p:nvPr/>
        </p:nvGrpSpPr>
        <p:grpSpPr>
          <a:xfrm>
            <a:off x="923900" y="1437125"/>
            <a:ext cx="76825" cy="76800"/>
            <a:chOff x="3104875" y="1099400"/>
            <a:chExt cx="76825" cy="76800"/>
          </a:xfrm>
        </p:grpSpPr>
        <p:sp>
          <p:nvSpPr>
            <p:cNvPr id="1598" name="Google Shape;1598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0" name="Google Shape;1600;p47"/>
          <p:cNvGrpSpPr/>
          <p:nvPr/>
        </p:nvGrpSpPr>
        <p:grpSpPr>
          <a:xfrm>
            <a:off x="5755375" y="3132149"/>
            <a:ext cx="76825" cy="76800"/>
            <a:chOff x="3104875" y="1099400"/>
            <a:chExt cx="76825" cy="76800"/>
          </a:xfrm>
        </p:grpSpPr>
        <p:sp>
          <p:nvSpPr>
            <p:cNvPr id="1601" name="Google Shape;1601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47"/>
          <p:cNvGrpSpPr/>
          <p:nvPr/>
        </p:nvGrpSpPr>
        <p:grpSpPr>
          <a:xfrm>
            <a:off x="7846000" y="1214600"/>
            <a:ext cx="76825" cy="76800"/>
            <a:chOff x="3104875" y="1099400"/>
            <a:chExt cx="76825" cy="76800"/>
          </a:xfrm>
        </p:grpSpPr>
        <p:sp>
          <p:nvSpPr>
            <p:cNvPr id="1604" name="Google Shape;1604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06" name="Google Shape;1606;p47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503887" y="462313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47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5800073">
            <a:off x="5628337" y="1671987"/>
            <a:ext cx="652200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1923" y="787125"/>
            <a:ext cx="6420153" cy="38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48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68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1614" name="Google Shape;1614;p48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48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48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7" name="Google Shape;1617;p48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48"/>
          <p:cNvSpPr txBox="1">
            <a:spLocks noGrp="1"/>
          </p:cNvSpPr>
          <p:nvPr>
            <p:ph type="title"/>
          </p:nvPr>
        </p:nvSpPr>
        <p:spPr>
          <a:xfrm>
            <a:off x="720000" y="2942725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 LIMITATIONS</a:t>
            </a:r>
            <a:endParaRPr/>
          </a:p>
        </p:txBody>
      </p:sp>
      <p:grpSp>
        <p:nvGrpSpPr>
          <p:cNvPr id="1619" name="Google Shape;1619;p48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620" name="Google Shape;1620;p4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2" name="Google Shape;1622;p48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623" name="Google Shape;1623;p4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48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626" name="Google Shape;1626;p4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28" name="Google Shape;1628;p48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49"/>
          <p:cNvSpPr txBox="1">
            <a:spLocks noGrp="1"/>
          </p:cNvSpPr>
          <p:nvPr>
            <p:ph type="title"/>
          </p:nvPr>
        </p:nvSpPr>
        <p:spPr>
          <a:xfrm>
            <a:off x="720000" y="158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634" name="Google Shape;1634;p49"/>
          <p:cNvSpPr txBox="1">
            <a:spLocks noGrp="1"/>
          </p:cNvSpPr>
          <p:nvPr>
            <p:ph type="subTitle" idx="3"/>
          </p:nvPr>
        </p:nvSpPr>
        <p:spPr>
          <a:xfrm>
            <a:off x="5055200" y="3106416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PDF quality and consistency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5" name="Google Shape;1635;p49"/>
          <p:cNvSpPr txBox="1">
            <a:spLocks noGrp="1"/>
          </p:cNvSpPr>
          <p:nvPr>
            <p:ph type="subTitle" idx="4"/>
          </p:nvPr>
        </p:nvSpPr>
        <p:spPr>
          <a:xfrm>
            <a:off x="1583188" y="3106416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Lack of sufficient GPU and RAM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6" name="Google Shape;1636;p49"/>
          <p:cNvSpPr/>
          <p:nvPr/>
        </p:nvSpPr>
        <p:spPr>
          <a:xfrm rot="5400000">
            <a:off x="2357950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49"/>
          <p:cNvSpPr/>
          <p:nvPr/>
        </p:nvSpPr>
        <p:spPr>
          <a:xfrm rot="5400000">
            <a:off x="5829938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8" name="Google Shape;1638;p49"/>
          <p:cNvGrpSpPr/>
          <p:nvPr/>
        </p:nvGrpSpPr>
        <p:grpSpPr>
          <a:xfrm>
            <a:off x="7123225" y="1144988"/>
            <a:ext cx="76825" cy="76800"/>
            <a:chOff x="3104875" y="1099400"/>
            <a:chExt cx="76825" cy="76800"/>
          </a:xfrm>
        </p:grpSpPr>
        <p:sp>
          <p:nvSpPr>
            <p:cNvPr id="1639" name="Google Shape;1639;p4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49"/>
          <p:cNvGrpSpPr/>
          <p:nvPr/>
        </p:nvGrpSpPr>
        <p:grpSpPr>
          <a:xfrm>
            <a:off x="1062850" y="3623963"/>
            <a:ext cx="76825" cy="76800"/>
            <a:chOff x="3104875" y="1099400"/>
            <a:chExt cx="76825" cy="76800"/>
          </a:xfrm>
        </p:grpSpPr>
        <p:sp>
          <p:nvSpPr>
            <p:cNvPr id="1642" name="Google Shape;1642;p4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4" name="Google Shape;1644;p49"/>
          <p:cNvGrpSpPr/>
          <p:nvPr/>
        </p:nvGrpSpPr>
        <p:grpSpPr>
          <a:xfrm>
            <a:off x="1506350" y="1719463"/>
            <a:ext cx="76825" cy="76800"/>
            <a:chOff x="3104875" y="1099400"/>
            <a:chExt cx="76825" cy="76800"/>
          </a:xfrm>
        </p:grpSpPr>
        <p:sp>
          <p:nvSpPr>
            <p:cNvPr id="1645" name="Google Shape;1645;p4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47" name="Google Shape;1647;p49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403038" y="1795212"/>
            <a:ext cx="1552574" cy="139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4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8473750">
            <a:off x="511779" y="2063733"/>
            <a:ext cx="903665" cy="8538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9" name="Google Shape;1649;p49"/>
          <p:cNvGrpSpPr/>
          <p:nvPr/>
        </p:nvGrpSpPr>
        <p:grpSpPr>
          <a:xfrm>
            <a:off x="6080817" y="1825918"/>
            <a:ext cx="454355" cy="536704"/>
            <a:chOff x="4745408" y="4001992"/>
            <a:chExt cx="509652" cy="602023"/>
          </a:xfrm>
        </p:grpSpPr>
        <p:sp>
          <p:nvSpPr>
            <p:cNvPr id="1650" name="Google Shape;1650;p49"/>
            <p:cNvSpPr/>
            <p:nvPr/>
          </p:nvSpPr>
          <p:spPr>
            <a:xfrm>
              <a:off x="4745408" y="4001992"/>
              <a:ext cx="509652" cy="602023"/>
            </a:xfrm>
            <a:custGeom>
              <a:avLst/>
              <a:gdLst/>
              <a:ahLst/>
              <a:cxnLst/>
              <a:rect l="l" t="t" r="r" b="b"/>
              <a:pathLst>
                <a:path w="15366" h="18151" extrusionOk="0">
                  <a:moveTo>
                    <a:pt x="7621" y="3566"/>
                  </a:moveTo>
                  <a:cubicBezTo>
                    <a:pt x="8283" y="3566"/>
                    <a:pt x="8831" y="4057"/>
                    <a:pt x="8920" y="4696"/>
                  </a:cubicBezTo>
                  <a:lnTo>
                    <a:pt x="6321" y="4696"/>
                  </a:lnTo>
                  <a:cubicBezTo>
                    <a:pt x="6409" y="4058"/>
                    <a:pt x="6958" y="3566"/>
                    <a:pt x="7621" y="3566"/>
                  </a:cubicBezTo>
                  <a:close/>
                  <a:moveTo>
                    <a:pt x="10155" y="5228"/>
                  </a:moveTo>
                  <a:cubicBezTo>
                    <a:pt x="10236" y="5228"/>
                    <a:pt x="10304" y="5296"/>
                    <a:pt x="10304" y="5377"/>
                  </a:cubicBezTo>
                  <a:lnTo>
                    <a:pt x="10304" y="6649"/>
                  </a:lnTo>
                  <a:lnTo>
                    <a:pt x="532" y="6649"/>
                  </a:lnTo>
                  <a:lnTo>
                    <a:pt x="532" y="5377"/>
                  </a:lnTo>
                  <a:cubicBezTo>
                    <a:pt x="532" y="5296"/>
                    <a:pt x="600" y="5228"/>
                    <a:pt x="681" y="5228"/>
                  </a:cubicBezTo>
                  <a:close/>
                  <a:moveTo>
                    <a:pt x="10304" y="7181"/>
                  </a:moveTo>
                  <a:lnTo>
                    <a:pt x="10304" y="17619"/>
                  </a:lnTo>
                  <a:lnTo>
                    <a:pt x="532" y="17619"/>
                  </a:lnTo>
                  <a:lnTo>
                    <a:pt x="532" y="7181"/>
                  </a:lnTo>
                  <a:close/>
                  <a:moveTo>
                    <a:pt x="5211" y="1"/>
                  </a:moveTo>
                  <a:cubicBezTo>
                    <a:pt x="4835" y="1"/>
                    <a:pt x="4529" y="307"/>
                    <a:pt x="4529" y="683"/>
                  </a:cubicBezTo>
                  <a:lnTo>
                    <a:pt x="4529" y="4696"/>
                  </a:lnTo>
                  <a:lnTo>
                    <a:pt x="682" y="4696"/>
                  </a:lnTo>
                  <a:cubicBezTo>
                    <a:pt x="306" y="4696"/>
                    <a:pt x="0" y="5002"/>
                    <a:pt x="0" y="5377"/>
                  </a:cubicBezTo>
                  <a:lnTo>
                    <a:pt x="0" y="17707"/>
                  </a:lnTo>
                  <a:cubicBezTo>
                    <a:pt x="0" y="17951"/>
                    <a:pt x="198" y="18151"/>
                    <a:pt x="443" y="18151"/>
                  </a:cubicBezTo>
                  <a:lnTo>
                    <a:pt x="10394" y="18151"/>
                  </a:lnTo>
                  <a:cubicBezTo>
                    <a:pt x="10638" y="18151"/>
                    <a:pt x="10836" y="17951"/>
                    <a:pt x="10836" y="17707"/>
                  </a:cubicBezTo>
                  <a:lnTo>
                    <a:pt x="10836" y="13455"/>
                  </a:lnTo>
                  <a:lnTo>
                    <a:pt x="14923" y="13455"/>
                  </a:lnTo>
                  <a:cubicBezTo>
                    <a:pt x="15167" y="13455"/>
                    <a:pt x="15365" y="13256"/>
                    <a:pt x="15365" y="13012"/>
                  </a:cubicBezTo>
                  <a:lnTo>
                    <a:pt x="15365" y="9075"/>
                  </a:lnTo>
                  <a:cubicBezTo>
                    <a:pt x="15365" y="8928"/>
                    <a:pt x="15246" y="8809"/>
                    <a:pt x="15099" y="8809"/>
                  </a:cubicBezTo>
                  <a:cubicBezTo>
                    <a:pt x="14952" y="8809"/>
                    <a:pt x="14833" y="8928"/>
                    <a:pt x="14833" y="9075"/>
                  </a:cubicBezTo>
                  <a:lnTo>
                    <a:pt x="14833" y="12923"/>
                  </a:lnTo>
                  <a:lnTo>
                    <a:pt x="10836" y="12923"/>
                  </a:lnTo>
                  <a:lnTo>
                    <a:pt x="10836" y="11289"/>
                  </a:lnTo>
                  <a:lnTo>
                    <a:pt x="14102" y="11289"/>
                  </a:lnTo>
                  <a:cubicBezTo>
                    <a:pt x="14249" y="11289"/>
                    <a:pt x="14368" y="11169"/>
                    <a:pt x="14368" y="11023"/>
                  </a:cubicBezTo>
                  <a:cubicBezTo>
                    <a:pt x="14368" y="10876"/>
                    <a:pt x="14249" y="10757"/>
                    <a:pt x="14102" y="10757"/>
                  </a:cubicBezTo>
                  <a:lnTo>
                    <a:pt x="10836" y="10757"/>
                  </a:lnTo>
                  <a:lnTo>
                    <a:pt x="10836" y="10476"/>
                  </a:lnTo>
                  <a:lnTo>
                    <a:pt x="14102" y="10476"/>
                  </a:lnTo>
                  <a:cubicBezTo>
                    <a:pt x="14249" y="10476"/>
                    <a:pt x="14368" y="10357"/>
                    <a:pt x="14368" y="10210"/>
                  </a:cubicBezTo>
                  <a:cubicBezTo>
                    <a:pt x="14368" y="10063"/>
                    <a:pt x="14249" y="9944"/>
                    <a:pt x="14102" y="9944"/>
                  </a:cubicBezTo>
                  <a:lnTo>
                    <a:pt x="10836" y="9944"/>
                  </a:lnTo>
                  <a:lnTo>
                    <a:pt x="10836" y="9377"/>
                  </a:lnTo>
                  <a:lnTo>
                    <a:pt x="14102" y="9377"/>
                  </a:lnTo>
                  <a:cubicBezTo>
                    <a:pt x="14249" y="9377"/>
                    <a:pt x="14368" y="9258"/>
                    <a:pt x="14368" y="9111"/>
                  </a:cubicBezTo>
                  <a:cubicBezTo>
                    <a:pt x="14368" y="8964"/>
                    <a:pt x="14249" y="8845"/>
                    <a:pt x="14102" y="8845"/>
                  </a:cubicBezTo>
                  <a:lnTo>
                    <a:pt x="13818" y="8845"/>
                  </a:lnTo>
                  <a:lnTo>
                    <a:pt x="13818" y="6952"/>
                  </a:lnTo>
                  <a:cubicBezTo>
                    <a:pt x="13818" y="6805"/>
                    <a:pt x="13699" y="6687"/>
                    <a:pt x="13552" y="6687"/>
                  </a:cubicBezTo>
                  <a:cubicBezTo>
                    <a:pt x="13405" y="6687"/>
                    <a:pt x="13286" y="6805"/>
                    <a:pt x="13286" y="6952"/>
                  </a:cubicBezTo>
                  <a:lnTo>
                    <a:pt x="13286" y="8845"/>
                  </a:lnTo>
                  <a:lnTo>
                    <a:pt x="12862" y="8845"/>
                  </a:lnTo>
                  <a:lnTo>
                    <a:pt x="12862" y="7770"/>
                  </a:lnTo>
                  <a:cubicBezTo>
                    <a:pt x="12862" y="7623"/>
                    <a:pt x="12743" y="7504"/>
                    <a:pt x="12596" y="7504"/>
                  </a:cubicBezTo>
                  <a:cubicBezTo>
                    <a:pt x="12449" y="7504"/>
                    <a:pt x="12331" y="7623"/>
                    <a:pt x="12331" y="7770"/>
                  </a:cubicBezTo>
                  <a:lnTo>
                    <a:pt x="12331" y="8845"/>
                  </a:lnTo>
                  <a:lnTo>
                    <a:pt x="11875" y="8845"/>
                  </a:lnTo>
                  <a:lnTo>
                    <a:pt x="11875" y="6036"/>
                  </a:lnTo>
                  <a:cubicBezTo>
                    <a:pt x="11875" y="5889"/>
                    <a:pt x="11756" y="5770"/>
                    <a:pt x="11609" y="5770"/>
                  </a:cubicBezTo>
                  <a:cubicBezTo>
                    <a:pt x="11463" y="5770"/>
                    <a:pt x="11343" y="5889"/>
                    <a:pt x="11343" y="6036"/>
                  </a:cubicBezTo>
                  <a:lnTo>
                    <a:pt x="11343" y="8845"/>
                  </a:lnTo>
                  <a:lnTo>
                    <a:pt x="10836" y="8845"/>
                  </a:lnTo>
                  <a:lnTo>
                    <a:pt x="10836" y="5378"/>
                  </a:lnTo>
                  <a:cubicBezTo>
                    <a:pt x="10836" y="5002"/>
                    <a:pt x="10531" y="4696"/>
                    <a:pt x="10156" y="4696"/>
                  </a:cubicBezTo>
                  <a:lnTo>
                    <a:pt x="9456" y="4696"/>
                  </a:lnTo>
                  <a:cubicBezTo>
                    <a:pt x="9364" y="3765"/>
                    <a:pt x="8576" y="3034"/>
                    <a:pt x="7621" y="3034"/>
                  </a:cubicBezTo>
                  <a:cubicBezTo>
                    <a:pt x="6665" y="3034"/>
                    <a:pt x="5877" y="3765"/>
                    <a:pt x="5785" y="4696"/>
                  </a:cubicBezTo>
                  <a:lnTo>
                    <a:pt x="5061" y="4696"/>
                  </a:lnTo>
                  <a:lnTo>
                    <a:pt x="5061" y="2486"/>
                  </a:lnTo>
                  <a:lnTo>
                    <a:pt x="7187" y="2486"/>
                  </a:lnTo>
                  <a:cubicBezTo>
                    <a:pt x="7333" y="2486"/>
                    <a:pt x="7452" y="2366"/>
                    <a:pt x="7452" y="2220"/>
                  </a:cubicBezTo>
                  <a:cubicBezTo>
                    <a:pt x="7452" y="2073"/>
                    <a:pt x="7333" y="1954"/>
                    <a:pt x="7187" y="1954"/>
                  </a:cubicBezTo>
                  <a:lnTo>
                    <a:pt x="5061" y="1954"/>
                  </a:lnTo>
                  <a:lnTo>
                    <a:pt x="5061" y="683"/>
                  </a:lnTo>
                  <a:cubicBezTo>
                    <a:pt x="5061" y="601"/>
                    <a:pt x="5130" y="533"/>
                    <a:pt x="5211" y="533"/>
                  </a:cubicBezTo>
                  <a:lnTo>
                    <a:pt x="14685" y="533"/>
                  </a:lnTo>
                  <a:cubicBezTo>
                    <a:pt x="14766" y="533"/>
                    <a:pt x="14834" y="601"/>
                    <a:pt x="14834" y="683"/>
                  </a:cubicBezTo>
                  <a:lnTo>
                    <a:pt x="14834" y="1954"/>
                  </a:lnTo>
                  <a:lnTo>
                    <a:pt x="8746" y="1954"/>
                  </a:lnTo>
                  <a:cubicBezTo>
                    <a:pt x="8599" y="1954"/>
                    <a:pt x="8480" y="2073"/>
                    <a:pt x="8480" y="2220"/>
                  </a:cubicBezTo>
                  <a:cubicBezTo>
                    <a:pt x="8480" y="2366"/>
                    <a:pt x="8599" y="2486"/>
                    <a:pt x="8746" y="2486"/>
                  </a:cubicBezTo>
                  <a:lnTo>
                    <a:pt x="14833" y="2486"/>
                  </a:lnTo>
                  <a:lnTo>
                    <a:pt x="14833" y="7728"/>
                  </a:lnTo>
                  <a:cubicBezTo>
                    <a:pt x="14833" y="7876"/>
                    <a:pt x="14952" y="7994"/>
                    <a:pt x="15099" y="7994"/>
                  </a:cubicBezTo>
                  <a:cubicBezTo>
                    <a:pt x="15246" y="7994"/>
                    <a:pt x="15365" y="7876"/>
                    <a:pt x="15365" y="7728"/>
                  </a:cubicBezTo>
                  <a:lnTo>
                    <a:pt x="15365" y="683"/>
                  </a:lnTo>
                  <a:cubicBezTo>
                    <a:pt x="15365" y="307"/>
                    <a:pt x="15059" y="1"/>
                    <a:pt x="14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9"/>
            <p:cNvSpPr/>
            <p:nvPr/>
          </p:nvSpPr>
          <p:spPr>
            <a:xfrm>
              <a:off x="5144546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6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7" y="532"/>
                    <a:pt x="405" y="504"/>
                    <a:pt x="454" y="455"/>
                  </a:cubicBezTo>
                  <a:cubicBezTo>
                    <a:pt x="505" y="404"/>
                    <a:pt x="532" y="336"/>
                    <a:pt x="532" y="266"/>
                  </a:cubicBezTo>
                  <a:cubicBezTo>
                    <a:pt x="532" y="196"/>
                    <a:pt x="505" y="128"/>
                    <a:pt x="454" y="79"/>
                  </a:cubicBezTo>
                  <a:cubicBezTo>
                    <a:pt x="405" y="28"/>
                    <a:pt x="33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9"/>
            <p:cNvSpPr/>
            <p:nvPr/>
          </p:nvSpPr>
          <p:spPr>
            <a:xfrm>
              <a:off x="5175126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6" y="532"/>
                    <a:pt x="405" y="504"/>
                    <a:pt x="454" y="455"/>
                  </a:cubicBezTo>
                  <a:cubicBezTo>
                    <a:pt x="504" y="404"/>
                    <a:pt x="532" y="335"/>
                    <a:pt x="532" y="266"/>
                  </a:cubicBezTo>
                  <a:cubicBezTo>
                    <a:pt x="532" y="197"/>
                    <a:pt x="504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9"/>
            <p:cNvSpPr/>
            <p:nvPr/>
          </p:nvSpPr>
          <p:spPr>
            <a:xfrm>
              <a:off x="5205674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7" y="532"/>
                    <a:pt x="405" y="504"/>
                    <a:pt x="455" y="455"/>
                  </a:cubicBezTo>
                  <a:cubicBezTo>
                    <a:pt x="505" y="404"/>
                    <a:pt x="532" y="335"/>
                    <a:pt x="532" y="266"/>
                  </a:cubicBezTo>
                  <a:cubicBezTo>
                    <a:pt x="532" y="197"/>
                    <a:pt x="505" y="128"/>
                    <a:pt x="455" y="79"/>
                  </a:cubicBezTo>
                  <a:cubicBezTo>
                    <a:pt x="405" y="28"/>
                    <a:pt x="33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9"/>
            <p:cNvSpPr/>
            <p:nvPr/>
          </p:nvSpPr>
          <p:spPr>
            <a:xfrm>
              <a:off x="5126834" y="4109687"/>
              <a:ext cx="88259" cy="17678"/>
            </a:xfrm>
            <a:custGeom>
              <a:avLst/>
              <a:gdLst/>
              <a:ahLst/>
              <a:cxnLst/>
              <a:rect l="l" t="t" r="r" b="b"/>
              <a:pathLst>
                <a:path w="2661" h="533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2395" y="532"/>
                  </a:lnTo>
                  <a:cubicBezTo>
                    <a:pt x="2542" y="532"/>
                    <a:pt x="2660" y="413"/>
                    <a:pt x="2660" y="266"/>
                  </a:cubicBezTo>
                  <a:cubicBezTo>
                    <a:pt x="2661" y="119"/>
                    <a:pt x="2542" y="0"/>
                    <a:pt x="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9"/>
            <p:cNvSpPr/>
            <p:nvPr/>
          </p:nvSpPr>
          <p:spPr>
            <a:xfrm>
              <a:off x="5126834" y="4136652"/>
              <a:ext cx="88259" cy="17645"/>
            </a:xfrm>
            <a:custGeom>
              <a:avLst/>
              <a:gdLst/>
              <a:ahLst/>
              <a:cxnLst/>
              <a:rect l="l" t="t" r="r" b="b"/>
              <a:pathLst>
                <a:path w="2661" h="532" extrusionOk="0">
                  <a:moveTo>
                    <a:pt x="266" y="1"/>
                  </a:moveTo>
                  <a:cubicBezTo>
                    <a:pt x="119" y="1"/>
                    <a:pt x="1" y="120"/>
                    <a:pt x="1" y="265"/>
                  </a:cubicBezTo>
                  <a:cubicBezTo>
                    <a:pt x="1" y="412"/>
                    <a:pt x="120" y="531"/>
                    <a:pt x="266" y="531"/>
                  </a:cubicBezTo>
                  <a:lnTo>
                    <a:pt x="2395" y="531"/>
                  </a:lnTo>
                  <a:cubicBezTo>
                    <a:pt x="2542" y="531"/>
                    <a:pt x="2660" y="412"/>
                    <a:pt x="2660" y="265"/>
                  </a:cubicBezTo>
                  <a:cubicBezTo>
                    <a:pt x="2661" y="120"/>
                    <a:pt x="2542" y="1"/>
                    <a:pt x="2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9"/>
            <p:cNvSpPr/>
            <p:nvPr/>
          </p:nvSpPr>
          <p:spPr>
            <a:xfrm>
              <a:off x="5157448" y="4163584"/>
              <a:ext cx="57645" cy="17678"/>
            </a:xfrm>
            <a:custGeom>
              <a:avLst/>
              <a:gdLst/>
              <a:ahLst/>
              <a:cxnLst/>
              <a:rect l="l" t="t" r="r" b="b"/>
              <a:pathLst>
                <a:path w="1738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1472" y="533"/>
                  </a:lnTo>
                  <a:cubicBezTo>
                    <a:pt x="1619" y="533"/>
                    <a:pt x="1737" y="413"/>
                    <a:pt x="1737" y="267"/>
                  </a:cubicBezTo>
                  <a:cubicBezTo>
                    <a:pt x="1738" y="120"/>
                    <a:pt x="161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9"/>
            <p:cNvSpPr/>
            <p:nvPr/>
          </p:nvSpPr>
          <p:spPr>
            <a:xfrm>
              <a:off x="5127730" y="4385707"/>
              <a:ext cx="94262" cy="17645"/>
            </a:xfrm>
            <a:custGeom>
              <a:avLst/>
              <a:gdLst/>
              <a:ahLst/>
              <a:cxnLst/>
              <a:rect l="l" t="t" r="r" b="b"/>
              <a:pathLst>
                <a:path w="2842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575" y="532"/>
                  </a:lnTo>
                  <a:cubicBezTo>
                    <a:pt x="2722" y="532"/>
                    <a:pt x="2841" y="413"/>
                    <a:pt x="2841" y="266"/>
                  </a:cubicBezTo>
                  <a:cubicBezTo>
                    <a:pt x="2841" y="119"/>
                    <a:pt x="2722" y="0"/>
                    <a:pt x="2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9"/>
            <p:cNvSpPr/>
            <p:nvPr/>
          </p:nvSpPr>
          <p:spPr>
            <a:xfrm>
              <a:off x="4924380" y="4033700"/>
              <a:ext cx="57645" cy="17645"/>
            </a:xfrm>
            <a:custGeom>
              <a:avLst/>
              <a:gdLst/>
              <a:ahLst/>
              <a:cxnLst/>
              <a:rect l="l" t="t" r="r" b="b"/>
              <a:pathLst>
                <a:path w="1738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472" y="532"/>
                  </a:lnTo>
                  <a:cubicBezTo>
                    <a:pt x="1619" y="532"/>
                    <a:pt x="1738" y="413"/>
                    <a:pt x="1738" y="266"/>
                  </a:cubicBezTo>
                  <a:cubicBezTo>
                    <a:pt x="1738" y="120"/>
                    <a:pt x="161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9"/>
            <p:cNvSpPr/>
            <p:nvPr/>
          </p:nvSpPr>
          <p:spPr>
            <a:xfrm>
              <a:off x="4997249" y="4189389"/>
              <a:ext cx="17678" cy="17711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30" y="129"/>
                    <a:pt x="1" y="197"/>
                    <a:pt x="1" y="268"/>
                  </a:cubicBezTo>
                  <a:cubicBezTo>
                    <a:pt x="1" y="338"/>
                    <a:pt x="30" y="406"/>
                    <a:pt x="79" y="456"/>
                  </a:cubicBezTo>
                  <a:cubicBezTo>
                    <a:pt x="128" y="505"/>
                    <a:pt x="197" y="534"/>
                    <a:pt x="267" y="534"/>
                  </a:cubicBezTo>
                  <a:cubicBezTo>
                    <a:pt x="337" y="534"/>
                    <a:pt x="405" y="505"/>
                    <a:pt x="455" y="456"/>
                  </a:cubicBezTo>
                  <a:cubicBezTo>
                    <a:pt x="504" y="406"/>
                    <a:pt x="533" y="338"/>
                    <a:pt x="533" y="268"/>
                  </a:cubicBezTo>
                  <a:cubicBezTo>
                    <a:pt x="533" y="197"/>
                    <a:pt x="504" y="129"/>
                    <a:pt x="455" y="79"/>
                  </a:cubicBezTo>
                  <a:cubicBezTo>
                    <a:pt x="405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9"/>
            <p:cNvSpPr/>
            <p:nvPr/>
          </p:nvSpPr>
          <p:spPr>
            <a:xfrm>
              <a:off x="5027796" y="418942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9"/>
                    <a:pt x="79" y="78"/>
                  </a:cubicBezTo>
                  <a:cubicBezTo>
                    <a:pt x="30" y="128"/>
                    <a:pt x="1" y="196"/>
                    <a:pt x="1" y="266"/>
                  </a:cubicBezTo>
                  <a:cubicBezTo>
                    <a:pt x="1" y="337"/>
                    <a:pt x="30" y="405"/>
                    <a:pt x="79" y="455"/>
                  </a:cubicBezTo>
                  <a:cubicBezTo>
                    <a:pt x="129" y="504"/>
                    <a:pt x="197" y="533"/>
                    <a:pt x="267" y="533"/>
                  </a:cubicBezTo>
                  <a:cubicBezTo>
                    <a:pt x="338" y="533"/>
                    <a:pt x="405" y="504"/>
                    <a:pt x="456" y="455"/>
                  </a:cubicBezTo>
                  <a:cubicBezTo>
                    <a:pt x="505" y="405"/>
                    <a:pt x="533" y="337"/>
                    <a:pt x="533" y="266"/>
                  </a:cubicBezTo>
                  <a:cubicBezTo>
                    <a:pt x="533" y="196"/>
                    <a:pt x="505" y="128"/>
                    <a:pt x="456" y="78"/>
                  </a:cubicBezTo>
                  <a:cubicBezTo>
                    <a:pt x="405" y="29"/>
                    <a:pt x="338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9"/>
            <p:cNvSpPr/>
            <p:nvPr/>
          </p:nvSpPr>
          <p:spPr>
            <a:xfrm>
              <a:off x="5058377" y="418942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1"/>
                  </a:moveTo>
                  <a:cubicBezTo>
                    <a:pt x="197" y="1"/>
                    <a:pt x="128" y="29"/>
                    <a:pt x="79" y="78"/>
                  </a:cubicBezTo>
                  <a:cubicBezTo>
                    <a:pt x="30" y="128"/>
                    <a:pt x="1" y="196"/>
                    <a:pt x="1" y="267"/>
                  </a:cubicBezTo>
                  <a:cubicBezTo>
                    <a:pt x="1" y="337"/>
                    <a:pt x="30" y="405"/>
                    <a:pt x="79" y="455"/>
                  </a:cubicBezTo>
                  <a:cubicBezTo>
                    <a:pt x="128" y="504"/>
                    <a:pt x="197" y="532"/>
                    <a:pt x="267" y="532"/>
                  </a:cubicBezTo>
                  <a:cubicBezTo>
                    <a:pt x="337" y="532"/>
                    <a:pt x="405" y="504"/>
                    <a:pt x="455" y="455"/>
                  </a:cubicBezTo>
                  <a:cubicBezTo>
                    <a:pt x="504" y="405"/>
                    <a:pt x="533" y="337"/>
                    <a:pt x="533" y="267"/>
                  </a:cubicBezTo>
                  <a:cubicBezTo>
                    <a:pt x="533" y="196"/>
                    <a:pt x="504" y="128"/>
                    <a:pt x="455" y="78"/>
                  </a:cubicBezTo>
                  <a:cubicBezTo>
                    <a:pt x="405" y="29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9"/>
            <p:cNvSpPr/>
            <p:nvPr/>
          </p:nvSpPr>
          <p:spPr>
            <a:xfrm>
              <a:off x="4785342" y="4319173"/>
              <a:ext cx="279503" cy="244876"/>
            </a:xfrm>
            <a:custGeom>
              <a:avLst/>
              <a:gdLst/>
              <a:ahLst/>
              <a:cxnLst/>
              <a:rect l="l" t="t" r="r" b="b"/>
              <a:pathLst>
                <a:path w="8427" h="7383" extrusionOk="0">
                  <a:moveTo>
                    <a:pt x="1541" y="5099"/>
                  </a:moveTo>
                  <a:lnTo>
                    <a:pt x="1541" y="6850"/>
                  </a:lnTo>
                  <a:lnTo>
                    <a:pt x="1001" y="6850"/>
                  </a:lnTo>
                  <a:lnTo>
                    <a:pt x="1001" y="5099"/>
                  </a:lnTo>
                  <a:close/>
                  <a:moveTo>
                    <a:pt x="5465" y="2932"/>
                  </a:moveTo>
                  <a:lnTo>
                    <a:pt x="5465" y="6850"/>
                  </a:lnTo>
                  <a:lnTo>
                    <a:pt x="4926" y="6850"/>
                  </a:lnTo>
                  <a:lnTo>
                    <a:pt x="4926" y="2932"/>
                  </a:lnTo>
                  <a:close/>
                  <a:moveTo>
                    <a:pt x="7427" y="532"/>
                  </a:moveTo>
                  <a:lnTo>
                    <a:pt x="7427" y="6850"/>
                  </a:lnTo>
                  <a:lnTo>
                    <a:pt x="6888" y="6850"/>
                  </a:lnTo>
                  <a:lnTo>
                    <a:pt x="6888" y="532"/>
                  </a:lnTo>
                  <a:close/>
                  <a:moveTo>
                    <a:pt x="6830" y="1"/>
                  </a:moveTo>
                  <a:cubicBezTo>
                    <a:pt x="6568" y="1"/>
                    <a:pt x="6356" y="213"/>
                    <a:pt x="6356" y="474"/>
                  </a:cubicBezTo>
                  <a:lnTo>
                    <a:pt x="6356" y="6850"/>
                  </a:lnTo>
                  <a:lnTo>
                    <a:pt x="5997" y="6850"/>
                  </a:lnTo>
                  <a:lnTo>
                    <a:pt x="5997" y="2874"/>
                  </a:lnTo>
                  <a:cubicBezTo>
                    <a:pt x="5997" y="2612"/>
                    <a:pt x="5784" y="2400"/>
                    <a:pt x="5522" y="2400"/>
                  </a:cubicBezTo>
                  <a:lnTo>
                    <a:pt x="4867" y="2400"/>
                  </a:lnTo>
                  <a:cubicBezTo>
                    <a:pt x="4606" y="2400"/>
                    <a:pt x="4394" y="2612"/>
                    <a:pt x="4394" y="2874"/>
                  </a:cubicBezTo>
                  <a:lnTo>
                    <a:pt x="4394" y="6850"/>
                  </a:lnTo>
                  <a:lnTo>
                    <a:pt x="4033" y="6850"/>
                  </a:lnTo>
                  <a:lnTo>
                    <a:pt x="4033" y="3483"/>
                  </a:lnTo>
                  <a:cubicBezTo>
                    <a:pt x="4033" y="3336"/>
                    <a:pt x="3914" y="3217"/>
                    <a:pt x="3769" y="3217"/>
                  </a:cubicBezTo>
                  <a:cubicBezTo>
                    <a:pt x="3621" y="3217"/>
                    <a:pt x="3503" y="3336"/>
                    <a:pt x="3503" y="3483"/>
                  </a:cubicBezTo>
                  <a:lnTo>
                    <a:pt x="3503" y="6850"/>
                  </a:lnTo>
                  <a:lnTo>
                    <a:pt x="2964" y="6850"/>
                  </a:lnTo>
                  <a:lnTo>
                    <a:pt x="2964" y="1306"/>
                  </a:lnTo>
                  <a:lnTo>
                    <a:pt x="3503" y="1306"/>
                  </a:lnTo>
                  <a:lnTo>
                    <a:pt x="3503" y="2065"/>
                  </a:lnTo>
                  <a:cubicBezTo>
                    <a:pt x="3503" y="2211"/>
                    <a:pt x="3621" y="2331"/>
                    <a:pt x="3769" y="2331"/>
                  </a:cubicBezTo>
                  <a:cubicBezTo>
                    <a:pt x="3914" y="2331"/>
                    <a:pt x="4033" y="2211"/>
                    <a:pt x="4033" y="2065"/>
                  </a:cubicBezTo>
                  <a:lnTo>
                    <a:pt x="4033" y="1248"/>
                  </a:lnTo>
                  <a:cubicBezTo>
                    <a:pt x="4033" y="987"/>
                    <a:pt x="3821" y="775"/>
                    <a:pt x="3560" y="775"/>
                  </a:cubicBezTo>
                  <a:lnTo>
                    <a:pt x="2905" y="775"/>
                  </a:lnTo>
                  <a:cubicBezTo>
                    <a:pt x="2644" y="775"/>
                    <a:pt x="2432" y="987"/>
                    <a:pt x="2432" y="1248"/>
                  </a:cubicBezTo>
                  <a:lnTo>
                    <a:pt x="2432" y="6850"/>
                  </a:lnTo>
                  <a:lnTo>
                    <a:pt x="2071" y="6850"/>
                  </a:lnTo>
                  <a:lnTo>
                    <a:pt x="2071" y="5041"/>
                  </a:lnTo>
                  <a:cubicBezTo>
                    <a:pt x="2071" y="4779"/>
                    <a:pt x="1859" y="4567"/>
                    <a:pt x="1598" y="4567"/>
                  </a:cubicBezTo>
                  <a:lnTo>
                    <a:pt x="943" y="4567"/>
                  </a:lnTo>
                  <a:cubicBezTo>
                    <a:pt x="682" y="4567"/>
                    <a:pt x="470" y="4779"/>
                    <a:pt x="470" y="5041"/>
                  </a:cubicBezTo>
                  <a:lnTo>
                    <a:pt x="470" y="6850"/>
                  </a:lnTo>
                  <a:lnTo>
                    <a:pt x="266" y="6850"/>
                  </a:lnTo>
                  <a:cubicBezTo>
                    <a:pt x="120" y="6850"/>
                    <a:pt x="0" y="6969"/>
                    <a:pt x="0" y="7116"/>
                  </a:cubicBezTo>
                  <a:cubicBezTo>
                    <a:pt x="0" y="7263"/>
                    <a:pt x="120" y="7382"/>
                    <a:pt x="266" y="7382"/>
                  </a:cubicBezTo>
                  <a:lnTo>
                    <a:pt x="8161" y="7382"/>
                  </a:lnTo>
                  <a:cubicBezTo>
                    <a:pt x="8308" y="7382"/>
                    <a:pt x="8427" y="7263"/>
                    <a:pt x="8427" y="7116"/>
                  </a:cubicBezTo>
                  <a:cubicBezTo>
                    <a:pt x="8427" y="6969"/>
                    <a:pt x="8309" y="6850"/>
                    <a:pt x="8161" y="6850"/>
                  </a:cubicBezTo>
                  <a:lnTo>
                    <a:pt x="7959" y="6850"/>
                  </a:lnTo>
                  <a:lnTo>
                    <a:pt x="7959" y="474"/>
                  </a:lnTo>
                  <a:cubicBezTo>
                    <a:pt x="7959" y="213"/>
                    <a:pt x="7746" y="1"/>
                    <a:pt x="7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9"/>
            <p:cNvSpPr/>
            <p:nvPr/>
          </p:nvSpPr>
          <p:spPr>
            <a:xfrm>
              <a:off x="4785375" y="4265408"/>
              <a:ext cx="88226" cy="17678"/>
            </a:xfrm>
            <a:custGeom>
              <a:avLst/>
              <a:gdLst/>
              <a:ahLst/>
              <a:cxnLst/>
              <a:rect l="l" t="t" r="r" b="b"/>
              <a:pathLst>
                <a:path w="2660" h="533" extrusionOk="0">
                  <a:moveTo>
                    <a:pt x="265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3"/>
                    <a:pt x="120" y="533"/>
                    <a:pt x="265" y="533"/>
                  </a:cubicBezTo>
                  <a:lnTo>
                    <a:pt x="2394" y="533"/>
                  </a:lnTo>
                  <a:cubicBezTo>
                    <a:pt x="2542" y="533"/>
                    <a:pt x="2660" y="413"/>
                    <a:pt x="2660" y="267"/>
                  </a:cubicBezTo>
                  <a:cubicBezTo>
                    <a:pt x="2660" y="120"/>
                    <a:pt x="2542" y="1"/>
                    <a:pt x="2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9"/>
            <p:cNvSpPr/>
            <p:nvPr/>
          </p:nvSpPr>
          <p:spPr>
            <a:xfrm>
              <a:off x="4785375" y="4292340"/>
              <a:ext cx="88226" cy="17678"/>
            </a:xfrm>
            <a:custGeom>
              <a:avLst/>
              <a:gdLst/>
              <a:ahLst/>
              <a:cxnLst/>
              <a:rect l="l" t="t" r="r" b="b"/>
              <a:pathLst>
                <a:path w="2660" h="533" extrusionOk="0">
                  <a:moveTo>
                    <a:pt x="265" y="1"/>
                  </a:moveTo>
                  <a:cubicBezTo>
                    <a:pt x="120" y="1"/>
                    <a:pt x="0" y="121"/>
                    <a:pt x="0" y="267"/>
                  </a:cubicBezTo>
                  <a:cubicBezTo>
                    <a:pt x="0" y="414"/>
                    <a:pt x="120" y="533"/>
                    <a:pt x="265" y="533"/>
                  </a:cubicBezTo>
                  <a:lnTo>
                    <a:pt x="2394" y="533"/>
                  </a:lnTo>
                  <a:cubicBezTo>
                    <a:pt x="2542" y="533"/>
                    <a:pt x="2660" y="414"/>
                    <a:pt x="2660" y="267"/>
                  </a:cubicBezTo>
                  <a:cubicBezTo>
                    <a:pt x="2660" y="121"/>
                    <a:pt x="2542" y="1"/>
                    <a:pt x="2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9"/>
            <p:cNvSpPr/>
            <p:nvPr/>
          </p:nvSpPr>
          <p:spPr>
            <a:xfrm>
              <a:off x="4785342" y="4319306"/>
              <a:ext cx="49784" cy="17678"/>
            </a:xfrm>
            <a:custGeom>
              <a:avLst/>
              <a:gdLst/>
              <a:ahLst/>
              <a:cxnLst/>
              <a:rect l="l" t="t" r="r" b="b"/>
              <a:pathLst>
                <a:path w="1501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lnTo>
                    <a:pt x="1235" y="533"/>
                  </a:lnTo>
                  <a:cubicBezTo>
                    <a:pt x="1381" y="533"/>
                    <a:pt x="1499" y="414"/>
                    <a:pt x="1499" y="267"/>
                  </a:cubicBezTo>
                  <a:cubicBezTo>
                    <a:pt x="1500" y="120"/>
                    <a:pt x="1381" y="1"/>
                    <a:pt x="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9"/>
            <p:cNvSpPr/>
            <p:nvPr/>
          </p:nvSpPr>
          <p:spPr>
            <a:xfrm>
              <a:off x="4981959" y="4265408"/>
              <a:ext cx="68259" cy="17678"/>
            </a:xfrm>
            <a:custGeom>
              <a:avLst/>
              <a:gdLst/>
              <a:ahLst/>
              <a:cxnLst/>
              <a:rect l="l" t="t" r="r" b="b"/>
              <a:pathLst>
                <a:path w="2058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1791" y="533"/>
                  </a:lnTo>
                  <a:cubicBezTo>
                    <a:pt x="1938" y="533"/>
                    <a:pt x="2057" y="413"/>
                    <a:pt x="2057" y="267"/>
                  </a:cubicBezTo>
                  <a:cubicBezTo>
                    <a:pt x="2057" y="120"/>
                    <a:pt x="1938" y="1"/>
                    <a:pt x="1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9"/>
            <p:cNvSpPr/>
            <p:nvPr/>
          </p:nvSpPr>
          <p:spPr>
            <a:xfrm>
              <a:off x="4777083" y="4189422"/>
              <a:ext cx="57645" cy="17645"/>
            </a:xfrm>
            <a:custGeom>
              <a:avLst/>
              <a:gdLst/>
              <a:ahLst/>
              <a:cxnLst/>
              <a:rect l="l" t="t" r="r" b="b"/>
              <a:pathLst>
                <a:path w="1738" h="532" extrusionOk="0">
                  <a:moveTo>
                    <a:pt x="267" y="1"/>
                  </a:moveTo>
                  <a:cubicBezTo>
                    <a:pt x="119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471" y="532"/>
                  </a:lnTo>
                  <a:cubicBezTo>
                    <a:pt x="1618" y="532"/>
                    <a:pt x="1737" y="413"/>
                    <a:pt x="1737" y="266"/>
                  </a:cubicBezTo>
                  <a:cubicBezTo>
                    <a:pt x="1737" y="120"/>
                    <a:pt x="1618" y="1"/>
                    <a:pt x="1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8" name="Google Shape;1668;p49"/>
          <p:cNvGrpSpPr/>
          <p:nvPr/>
        </p:nvGrpSpPr>
        <p:grpSpPr>
          <a:xfrm>
            <a:off x="2567648" y="1826732"/>
            <a:ext cx="536704" cy="535077"/>
            <a:chOff x="6087962" y="4002888"/>
            <a:chExt cx="602023" cy="600199"/>
          </a:xfrm>
        </p:grpSpPr>
        <p:sp>
          <p:nvSpPr>
            <p:cNvPr id="1669" name="Google Shape;1669;p49"/>
            <p:cNvSpPr/>
            <p:nvPr/>
          </p:nvSpPr>
          <p:spPr>
            <a:xfrm>
              <a:off x="6270881" y="4002888"/>
              <a:ext cx="380763" cy="270116"/>
            </a:xfrm>
            <a:custGeom>
              <a:avLst/>
              <a:gdLst/>
              <a:ahLst/>
              <a:cxnLst/>
              <a:rect l="l" t="t" r="r" b="b"/>
              <a:pathLst>
                <a:path w="11480" h="8144" extrusionOk="0">
                  <a:moveTo>
                    <a:pt x="4361" y="2371"/>
                  </a:moveTo>
                  <a:lnTo>
                    <a:pt x="4361" y="7613"/>
                  </a:lnTo>
                  <a:lnTo>
                    <a:pt x="2245" y="7613"/>
                  </a:lnTo>
                  <a:lnTo>
                    <a:pt x="2245" y="2371"/>
                  </a:lnTo>
                  <a:close/>
                  <a:moveTo>
                    <a:pt x="8971" y="4039"/>
                  </a:moveTo>
                  <a:lnTo>
                    <a:pt x="8971" y="7613"/>
                  </a:lnTo>
                  <a:lnTo>
                    <a:pt x="7197" y="7613"/>
                  </a:lnTo>
                  <a:lnTo>
                    <a:pt x="7197" y="4039"/>
                  </a:lnTo>
                  <a:close/>
                  <a:moveTo>
                    <a:pt x="4841" y="1"/>
                  </a:moveTo>
                  <a:cubicBezTo>
                    <a:pt x="4576" y="1"/>
                    <a:pt x="4361" y="216"/>
                    <a:pt x="4361" y="480"/>
                  </a:cubicBezTo>
                  <a:lnTo>
                    <a:pt x="4361" y="1839"/>
                  </a:lnTo>
                  <a:lnTo>
                    <a:pt x="2193" y="1839"/>
                  </a:lnTo>
                  <a:cubicBezTo>
                    <a:pt x="1929" y="1839"/>
                    <a:pt x="1714" y="2055"/>
                    <a:pt x="1714" y="2319"/>
                  </a:cubicBezTo>
                  <a:lnTo>
                    <a:pt x="1714" y="7613"/>
                  </a:lnTo>
                  <a:lnTo>
                    <a:pt x="267" y="7613"/>
                  </a:lnTo>
                  <a:cubicBezTo>
                    <a:pt x="120" y="7613"/>
                    <a:pt x="1" y="7732"/>
                    <a:pt x="1" y="7878"/>
                  </a:cubicBezTo>
                  <a:cubicBezTo>
                    <a:pt x="1" y="8026"/>
                    <a:pt x="120" y="8144"/>
                    <a:pt x="267" y="8144"/>
                  </a:cubicBezTo>
                  <a:lnTo>
                    <a:pt x="11214" y="8144"/>
                  </a:lnTo>
                  <a:cubicBezTo>
                    <a:pt x="11361" y="8144"/>
                    <a:pt x="11480" y="8024"/>
                    <a:pt x="11480" y="7878"/>
                  </a:cubicBezTo>
                  <a:cubicBezTo>
                    <a:pt x="11480" y="7732"/>
                    <a:pt x="11361" y="7613"/>
                    <a:pt x="11214" y="7613"/>
                  </a:cubicBezTo>
                  <a:lnTo>
                    <a:pt x="9502" y="7613"/>
                  </a:lnTo>
                  <a:lnTo>
                    <a:pt x="9502" y="3986"/>
                  </a:lnTo>
                  <a:cubicBezTo>
                    <a:pt x="9502" y="3722"/>
                    <a:pt x="9287" y="3507"/>
                    <a:pt x="9023" y="3507"/>
                  </a:cubicBezTo>
                  <a:lnTo>
                    <a:pt x="7197" y="3507"/>
                  </a:lnTo>
                  <a:lnTo>
                    <a:pt x="7197" y="2915"/>
                  </a:lnTo>
                  <a:cubicBezTo>
                    <a:pt x="7197" y="2769"/>
                    <a:pt x="7078" y="2649"/>
                    <a:pt x="6931" y="2649"/>
                  </a:cubicBezTo>
                  <a:cubicBezTo>
                    <a:pt x="6785" y="2649"/>
                    <a:pt x="6666" y="2769"/>
                    <a:pt x="6666" y="2915"/>
                  </a:cubicBezTo>
                  <a:lnTo>
                    <a:pt x="6666" y="7613"/>
                  </a:lnTo>
                  <a:lnTo>
                    <a:pt x="4892" y="7613"/>
                  </a:lnTo>
                  <a:lnTo>
                    <a:pt x="4892" y="532"/>
                  </a:lnTo>
                  <a:lnTo>
                    <a:pt x="6666" y="532"/>
                  </a:lnTo>
                  <a:lnTo>
                    <a:pt x="6666" y="1497"/>
                  </a:lnTo>
                  <a:cubicBezTo>
                    <a:pt x="6666" y="1644"/>
                    <a:pt x="6785" y="1763"/>
                    <a:pt x="6931" y="1763"/>
                  </a:cubicBezTo>
                  <a:cubicBezTo>
                    <a:pt x="7078" y="1763"/>
                    <a:pt x="7197" y="1644"/>
                    <a:pt x="7197" y="1497"/>
                  </a:cubicBezTo>
                  <a:lnTo>
                    <a:pt x="7197" y="480"/>
                  </a:lnTo>
                  <a:cubicBezTo>
                    <a:pt x="7197" y="216"/>
                    <a:pt x="6983" y="1"/>
                    <a:pt x="6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9"/>
            <p:cNvSpPr/>
            <p:nvPr/>
          </p:nvSpPr>
          <p:spPr>
            <a:xfrm>
              <a:off x="6574430" y="4002888"/>
              <a:ext cx="77214" cy="77247"/>
            </a:xfrm>
            <a:custGeom>
              <a:avLst/>
              <a:gdLst/>
              <a:ahLst/>
              <a:cxnLst/>
              <a:rect l="l" t="t" r="r" b="b"/>
              <a:pathLst>
                <a:path w="2328" h="2329" extrusionOk="0">
                  <a:moveTo>
                    <a:pt x="1164" y="532"/>
                  </a:moveTo>
                  <a:cubicBezTo>
                    <a:pt x="1513" y="532"/>
                    <a:pt x="1796" y="816"/>
                    <a:pt x="1796" y="1165"/>
                  </a:cubicBezTo>
                  <a:cubicBezTo>
                    <a:pt x="1796" y="1513"/>
                    <a:pt x="1513" y="1796"/>
                    <a:pt x="1164" y="1796"/>
                  </a:cubicBezTo>
                  <a:cubicBezTo>
                    <a:pt x="816" y="1796"/>
                    <a:pt x="532" y="1513"/>
                    <a:pt x="532" y="1165"/>
                  </a:cubicBezTo>
                  <a:cubicBezTo>
                    <a:pt x="532" y="816"/>
                    <a:pt x="816" y="532"/>
                    <a:pt x="1164" y="532"/>
                  </a:cubicBezTo>
                  <a:close/>
                  <a:moveTo>
                    <a:pt x="1164" y="1"/>
                  </a:moveTo>
                  <a:cubicBezTo>
                    <a:pt x="522" y="1"/>
                    <a:pt x="0" y="523"/>
                    <a:pt x="0" y="1165"/>
                  </a:cubicBezTo>
                  <a:cubicBezTo>
                    <a:pt x="0" y="1807"/>
                    <a:pt x="522" y="2328"/>
                    <a:pt x="1164" y="2328"/>
                  </a:cubicBezTo>
                  <a:cubicBezTo>
                    <a:pt x="1806" y="2328"/>
                    <a:pt x="2328" y="1807"/>
                    <a:pt x="2328" y="1165"/>
                  </a:cubicBezTo>
                  <a:cubicBezTo>
                    <a:pt x="2328" y="523"/>
                    <a:pt x="1806" y="1"/>
                    <a:pt x="1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9"/>
            <p:cNvSpPr/>
            <p:nvPr/>
          </p:nvSpPr>
          <p:spPr>
            <a:xfrm>
              <a:off x="6443219" y="4032672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823" y="533"/>
                  </a:lnTo>
                  <a:cubicBezTo>
                    <a:pt x="970" y="533"/>
                    <a:pt x="1089" y="414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9"/>
            <p:cNvSpPr/>
            <p:nvPr/>
          </p:nvSpPr>
          <p:spPr>
            <a:xfrm>
              <a:off x="6443219" y="4059637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9"/>
            <p:cNvSpPr/>
            <p:nvPr/>
          </p:nvSpPr>
          <p:spPr>
            <a:xfrm>
              <a:off x="6443219" y="4086602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823" y="531"/>
                  </a:lnTo>
                  <a:cubicBezTo>
                    <a:pt x="970" y="531"/>
                    <a:pt x="1089" y="412"/>
                    <a:pt x="1089" y="266"/>
                  </a:cubicBezTo>
                  <a:cubicBezTo>
                    <a:pt x="1089" y="118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9"/>
            <p:cNvSpPr/>
            <p:nvPr/>
          </p:nvSpPr>
          <p:spPr>
            <a:xfrm>
              <a:off x="6443219" y="4113534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823" y="531"/>
                  </a:lnTo>
                  <a:cubicBezTo>
                    <a:pt x="970" y="531"/>
                    <a:pt x="1089" y="412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9"/>
            <p:cNvSpPr/>
            <p:nvPr/>
          </p:nvSpPr>
          <p:spPr>
            <a:xfrm>
              <a:off x="6443219" y="4140466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9"/>
            <p:cNvSpPr/>
            <p:nvPr/>
          </p:nvSpPr>
          <p:spPr>
            <a:xfrm>
              <a:off x="6443219" y="4167399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3"/>
                    <a:pt x="266" y="533"/>
                  </a:cubicBezTo>
                  <a:lnTo>
                    <a:pt x="823" y="533"/>
                  </a:lnTo>
                  <a:cubicBezTo>
                    <a:pt x="970" y="533"/>
                    <a:pt x="1089" y="413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9"/>
            <p:cNvSpPr/>
            <p:nvPr/>
          </p:nvSpPr>
          <p:spPr>
            <a:xfrm>
              <a:off x="6443219" y="4194364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9"/>
            <p:cNvSpPr/>
            <p:nvPr/>
          </p:nvSpPr>
          <p:spPr>
            <a:xfrm>
              <a:off x="6443219" y="4221329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9"/>
            <p:cNvSpPr/>
            <p:nvPr/>
          </p:nvSpPr>
          <p:spPr>
            <a:xfrm>
              <a:off x="6388228" y="4205840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8"/>
                    <a:pt x="0" y="197"/>
                    <a:pt x="0" y="267"/>
                  </a:cubicBezTo>
                  <a:cubicBezTo>
                    <a:pt x="0" y="337"/>
                    <a:pt x="28" y="405"/>
                    <a:pt x="78" y="455"/>
                  </a:cubicBezTo>
                  <a:cubicBezTo>
                    <a:pt x="127" y="504"/>
                    <a:pt x="196" y="533"/>
                    <a:pt x="266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9"/>
            <p:cNvSpPr/>
            <p:nvPr/>
          </p:nvSpPr>
          <p:spPr>
            <a:xfrm>
              <a:off x="6388228" y="416942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5" y="0"/>
                    <a:pt x="127" y="28"/>
                    <a:pt x="78" y="77"/>
                  </a:cubicBezTo>
                  <a:cubicBezTo>
                    <a:pt x="28" y="128"/>
                    <a:pt x="0" y="195"/>
                    <a:pt x="0" y="265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7" y="503"/>
                    <a:pt x="196" y="531"/>
                    <a:pt x="266" y="531"/>
                  </a:cubicBezTo>
                  <a:cubicBezTo>
                    <a:pt x="336" y="531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5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9"/>
            <p:cNvSpPr/>
            <p:nvPr/>
          </p:nvSpPr>
          <p:spPr>
            <a:xfrm>
              <a:off x="6388228" y="413293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5" y="1"/>
                    <a:pt x="127" y="29"/>
                    <a:pt x="78" y="79"/>
                  </a:cubicBezTo>
                  <a:cubicBezTo>
                    <a:pt x="28" y="129"/>
                    <a:pt x="0" y="197"/>
                    <a:pt x="0" y="268"/>
                  </a:cubicBezTo>
                  <a:cubicBezTo>
                    <a:pt x="0" y="336"/>
                    <a:pt x="28" y="405"/>
                    <a:pt x="78" y="455"/>
                  </a:cubicBezTo>
                  <a:cubicBezTo>
                    <a:pt x="127" y="505"/>
                    <a:pt x="195" y="532"/>
                    <a:pt x="266" y="532"/>
                  </a:cubicBezTo>
                  <a:cubicBezTo>
                    <a:pt x="336" y="532"/>
                    <a:pt x="405" y="505"/>
                    <a:pt x="454" y="455"/>
                  </a:cubicBezTo>
                  <a:cubicBezTo>
                    <a:pt x="503" y="405"/>
                    <a:pt x="532" y="337"/>
                    <a:pt x="532" y="268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29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9"/>
            <p:cNvSpPr/>
            <p:nvPr/>
          </p:nvSpPr>
          <p:spPr>
            <a:xfrm>
              <a:off x="6388228" y="4096520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5" y="0"/>
                    <a:pt x="127" y="28"/>
                    <a:pt x="78" y="78"/>
                  </a:cubicBezTo>
                  <a:cubicBezTo>
                    <a:pt x="28" y="127"/>
                    <a:pt x="0" y="196"/>
                    <a:pt x="0" y="266"/>
                  </a:cubicBezTo>
                  <a:cubicBezTo>
                    <a:pt x="0" y="336"/>
                    <a:pt x="28" y="405"/>
                    <a:pt x="78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9"/>
            <p:cNvSpPr/>
            <p:nvPr/>
          </p:nvSpPr>
          <p:spPr>
            <a:xfrm>
              <a:off x="6355027" y="4205840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9" y="128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7" y="504"/>
                    <a:pt x="196" y="533"/>
                    <a:pt x="266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9"/>
            <p:cNvSpPr/>
            <p:nvPr/>
          </p:nvSpPr>
          <p:spPr>
            <a:xfrm>
              <a:off x="6355027" y="416942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6" y="0"/>
                    <a:pt x="127" y="28"/>
                    <a:pt x="78" y="77"/>
                  </a:cubicBezTo>
                  <a:cubicBezTo>
                    <a:pt x="29" y="128"/>
                    <a:pt x="0" y="195"/>
                    <a:pt x="0" y="266"/>
                  </a:cubicBezTo>
                  <a:cubicBezTo>
                    <a:pt x="0" y="336"/>
                    <a:pt x="29" y="404"/>
                    <a:pt x="78" y="454"/>
                  </a:cubicBezTo>
                  <a:cubicBezTo>
                    <a:pt x="127" y="503"/>
                    <a:pt x="196" y="531"/>
                    <a:pt x="266" y="531"/>
                  </a:cubicBezTo>
                  <a:cubicBezTo>
                    <a:pt x="336" y="531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6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9"/>
            <p:cNvSpPr/>
            <p:nvPr/>
          </p:nvSpPr>
          <p:spPr>
            <a:xfrm>
              <a:off x="6355027" y="413293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9"/>
                    <a:pt x="78" y="79"/>
                  </a:cubicBezTo>
                  <a:cubicBezTo>
                    <a:pt x="29" y="129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7" y="505"/>
                    <a:pt x="196" y="532"/>
                    <a:pt x="266" y="532"/>
                  </a:cubicBezTo>
                  <a:cubicBezTo>
                    <a:pt x="336" y="532"/>
                    <a:pt x="405" y="505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29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9"/>
            <p:cNvSpPr/>
            <p:nvPr/>
          </p:nvSpPr>
          <p:spPr>
            <a:xfrm>
              <a:off x="6355027" y="4096520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6" y="0"/>
                    <a:pt x="127" y="28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9"/>
            <p:cNvSpPr/>
            <p:nvPr/>
          </p:nvSpPr>
          <p:spPr>
            <a:xfrm>
              <a:off x="6518841" y="4145607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582"/>
                  </a:lnTo>
                  <a:cubicBezTo>
                    <a:pt x="1" y="729"/>
                    <a:pt x="120" y="848"/>
                    <a:pt x="267" y="848"/>
                  </a:cubicBezTo>
                  <a:cubicBezTo>
                    <a:pt x="413" y="848"/>
                    <a:pt x="533" y="729"/>
                    <a:pt x="533" y="582"/>
                  </a:cubicBezTo>
                  <a:lnTo>
                    <a:pt x="533" y="267"/>
                  </a:lnTo>
                  <a:cubicBezTo>
                    <a:pt x="533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9"/>
            <p:cNvSpPr/>
            <p:nvPr/>
          </p:nvSpPr>
          <p:spPr>
            <a:xfrm>
              <a:off x="6542954" y="4145607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582"/>
                  </a:lnTo>
                  <a:cubicBezTo>
                    <a:pt x="1" y="729"/>
                    <a:pt x="120" y="848"/>
                    <a:pt x="267" y="848"/>
                  </a:cubicBezTo>
                  <a:cubicBezTo>
                    <a:pt x="413" y="848"/>
                    <a:pt x="532" y="729"/>
                    <a:pt x="532" y="582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9"/>
            <p:cNvSpPr/>
            <p:nvPr/>
          </p:nvSpPr>
          <p:spPr>
            <a:xfrm>
              <a:off x="6518841" y="417967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3" y="728"/>
                    <a:pt x="533" y="581"/>
                  </a:cubicBezTo>
                  <a:lnTo>
                    <a:pt x="533" y="265"/>
                  </a:lnTo>
                  <a:cubicBezTo>
                    <a:pt x="533" y="118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9"/>
            <p:cNvSpPr/>
            <p:nvPr/>
          </p:nvSpPr>
          <p:spPr>
            <a:xfrm>
              <a:off x="6542954" y="417967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2" y="728"/>
                    <a:pt x="532" y="581"/>
                  </a:cubicBezTo>
                  <a:lnTo>
                    <a:pt x="532" y="265"/>
                  </a:lnTo>
                  <a:cubicBezTo>
                    <a:pt x="532" y="118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9"/>
            <p:cNvSpPr/>
            <p:nvPr/>
          </p:nvSpPr>
          <p:spPr>
            <a:xfrm>
              <a:off x="6518841" y="421370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3" y="728"/>
                    <a:pt x="533" y="581"/>
                  </a:cubicBezTo>
                  <a:lnTo>
                    <a:pt x="533" y="266"/>
                  </a:lnTo>
                  <a:cubicBezTo>
                    <a:pt x="533" y="119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9"/>
            <p:cNvSpPr/>
            <p:nvPr/>
          </p:nvSpPr>
          <p:spPr>
            <a:xfrm>
              <a:off x="6542954" y="421370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2" y="728"/>
                    <a:pt x="532" y="581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9"/>
            <p:cNvSpPr/>
            <p:nvPr/>
          </p:nvSpPr>
          <p:spPr>
            <a:xfrm>
              <a:off x="6087962" y="4258178"/>
              <a:ext cx="602023" cy="344909"/>
            </a:xfrm>
            <a:custGeom>
              <a:avLst/>
              <a:gdLst/>
              <a:ahLst/>
              <a:cxnLst/>
              <a:rect l="l" t="t" r="r" b="b"/>
              <a:pathLst>
                <a:path w="18151" h="10399" extrusionOk="0">
                  <a:moveTo>
                    <a:pt x="16396" y="4902"/>
                  </a:moveTo>
                  <a:lnTo>
                    <a:pt x="16396" y="6877"/>
                  </a:lnTo>
                  <a:lnTo>
                    <a:pt x="15706" y="6877"/>
                  </a:lnTo>
                  <a:lnTo>
                    <a:pt x="15706" y="4902"/>
                  </a:lnTo>
                  <a:close/>
                  <a:moveTo>
                    <a:pt x="17530" y="1912"/>
                  </a:moveTo>
                  <a:cubicBezTo>
                    <a:pt x="17577" y="1912"/>
                    <a:pt x="17618" y="1952"/>
                    <a:pt x="17618" y="2000"/>
                  </a:cubicBezTo>
                  <a:lnTo>
                    <a:pt x="17618" y="9779"/>
                  </a:lnTo>
                  <a:cubicBezTo>
                    <a:pt x="17618" y="9827"/>
                    <a:pt x="17577" y="9867"/>
                    <a:pt x="17529" y="9867"/>
                  </a:cubicBezTo>
                  <a:lnTo>
                    <a:pt x="15706" y="9867"/>
                  </a:lnTo>
                  <a:lnTo>
                    <a:pt x="15706" y="9398"/>
                  </a:lnTo>
                  <a:cubicBezTo>
                    <a:pt x="15706" y="9251"/>
                    <a:pt x="15587" y="9132"/>
                    <a:pt x="15440" y="9132"/>
                  </a:cubicBezTo>
                  <a:cubicBezTo>
                    <a:pt x="15294" y="9132"/>
                    <a:pt x="15175" y="9251"/>
                    <a:pt x="15175" y="9398"/>
                  </a:cubicBezTo>
                  <a:lnTo>
                    <a:pt x="15175" y="9867"/>
                  </a:lnTo>
                  <a:lnTo>
                    <a:pt x="2846" y="9867"/>
                  </a:lnTo>
                  <a:lnTo>
                    <a:pt x="2846" y="4435"/>
                  </a:lnTo>
                  <a:cubicBezTo>
                    <a:pt x="2846" y="4289"/>
                    <a:pt x="2727" y="4170"/>
                    <a:pt x="2581" y="4170"/>
                  </a:cubicBezTo>
                  <a:cubicBezTo>
                    <a:pt x="2434" y="4170"/>
                    <a:pt x="2315" y="4289"/>
                    <a:pt x="2315" y="4435"/>
                  </a:cubicBezTo>
                  <a:lnTo>
                    <a:pt x="2315" y="9867"/>
                  </a:lnTo>
                  <a:lnTo>
                    <a:pt x="620" y="9867"/>
                  </a:lnTo>
                  <a:cubicBezTo>
                    <a:pt x="572" y="9867"/>
                    <a:pt x="532" y="9827"/>
                    <a:pt x="532" y="9779"/>
                  </a:cubicBezTo>
                  <a:lnTo>
                    <a:pt x="532" y="2000"/>
                  </a:lnTo>
                  <a:cubicBezTo>
                    <a:pt x="532" y="1952"/>
                    <a:pt x="572" y="1912"/>
                    <a:pt x="620" y="1912"/>
                  </a:cubicBezTo>
                  <a:lnTo>
                    <a:pt x="2315" y="1912"/>
                  </a:lnTo>
                  <a:lnTo>
                    <a:pt x="2315" y="2805"/>
                  </a:lnTo>
                  <a:cubicBezTo>
                    <a:pt x="2315" y="2952"/>
                    <a:pt x="2434" y="3071"/>
                    <a:pt x="2581" y="3071"/>
                  </a:cubicBezTo>
                  <a:cubicBezTo>
                    <a:pt x="2727" y="3071"/>
                    <a:pt x="2846" y="2952"/>
                    <a:pt x="2846" y="2805"/>
                  </a:cubicBezTo>
                  <a:lnTo>
                    <a:pt x="2846" y="1912"/>
                  </a:lnTo>
                  <a:lnTo>
                    <a:pt x="4717" y="1912"/>
                  </a:lnTo>
                  <a:lnTo>
                    <a:pt x="5237" y="3189"/>
                  </a:lnTo>
                  <a:cubicBezTo>
                    <a:pt x="5279" y="3293"/>
                    <a:pt x="5378" y="3355"/>
                    <a:pt x="5483" y="3355"/>
                  </a:cubicBezTo>
                  <a:cubicBezTo>
                    <a:pt x="5516" y="3355"/>
                    <a:pt x="5551" y="3348"/>
                    <a:pt x="5583" y="3335"/>
                  </a:cubicBezTo>
                  <a:cubicBezTo>
                    <a:pt x="5719" y="3279"/>
                    <a:pt x="5785" y="3124"/>
                    <a:pt x="5730" y="2989"/>
                  </a:cubicBezTo>
                  <a:lnTo>
                    <a:pt x="5291" y="1912"/>
                  </a:lnTo>
                  <a:lnTo>
                    <a:pt x="15175" y="1912"/>
                  </a:lnTo>
                  <a:lnTo>
                    <a:pt x="15175" y="7767"/>
                  </a:lnTo>
                  <a:cubicBezTo>
                    <a:pt x="15175" y="7914"/>
                    <a:pt x="15294" y="8033"/>
                    <a:pt x="15440" y="8033"/>
                  </a:cubicBezTo>
                  <a:cubicBezTo>
                    <a:pt x="15587" y="8033"/>
                    <a:pt x="15706" y="7914"/>
                    <a:pt x="15706" y="7767"/>
                  </a:cubicBezTo>
                  <a:lnTo>
                    <a:pt x="15706" y="7409"/>
                  </a:lnTo>
                  <a:lnTo>
                    <a:pt x="16485" y="7409"/>
                  </a:lnTo>
                  <a:cubicBezTo>
                    <a:pt x="16729" y="7409"/>
                    <a:pt x="16928" y="7211"/>
                    <a:pt x="16928" y="6966"/>
                  </a:cubicBezTo>
                  <a:lnTo>
                    <a:pt x="16928" y="4813"/>
                  </a:lnTo>
                  <a:cubicBezTo>
                    <a:pt x="16928" y="4569"/>
                    <a:pt x="16729" y="4370"/>
                    <a:pt x="16485" y="4370"/>
                  </a:cubicBezTo>
                  <a:lnTo>
                    <a:pt x="15706" y="4370"/>
                  </a:lnTo>
                  <a:lnTo>
                    <a:pt x="15706" y="191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4149" y="533"/>
                  </a:lnTo>
                  <a:cubicBezTo>
                    <a:pt x="4152" y="534"/>
                    <a:pt x="4157" y="537"/>
                    <a:pt x="4159" y="539"/>
                  </a:cubicBezTo>
                  <a:lnTo>
                    <a:pt x="4501" y="1380"/>
                  </a:lnTo>
                  <a:lnTo>
                    <a:pt x="620" y="1380"/>
                  </a:lnTo>
                  <a:cubicBezTo>
                    <a:pt x="279" y="1380"/>
                    <a:pt x="0" y="1658"/>
                    <a:pt x="0" y="2000"/>
                  </a:cubicBezTo>
                  <a:lnTo>
                    <a:pt x="0" y="9779"/>
                  </a:lnTo>
                  <a:cubicBezTo>
                    <a:pt x="0" y="10121"/>
                    <a:pt x="279" y="10399"/>
                    <a:pt x="620" y="10399"/>
                  </a:cubicBezTo>
                  <a:lnTo>
                    <a:pt x="17529" y="10399"/>
                  </a:lnTo>
                  <a:cubicBezTo>
                    <a:pt x="17872" y="10399"/>
                    <a:pt x="18150" y="10121"/>
                    <a:pt x="18150" y="9779"/>
                  </a:cubicBezTo>
                  <a:lnTo>
                    <a:pt x="18150" y="2000"/>
                  </a:lnTo>
                  <a:cubicBezTo>
                    <a:pt x="18150" y="1658"/>
                    <a:pt x="17871" y="1380"/>
                    <a:pt x="17529" y="1380"/>
                  </a:cubicBezTo>
                  <a:lnTo>
                    <a:pt x="5074" y="1380"/>
                  </a:lnTo>
                  <a:lnTo>
                    <a:pt x="4648" y="331"/>
                  </a:lnTo>
                  <a:cubicBezTo>
                    <a:pt x="4570" y="140"/>
                    <a:pt x="4364" y="1"/>
                    <a:pt x="4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9"/>
            <p:cNvSpPr/>
            <p:nvPr/>
          </p:nvSpPr>
          <p:spPr>
            <a:xfrm>
              <a:off x="6126337" y="4415889"/>
              <a:ext cx="17678" cy="75224"/>
            </a:xfrm>
            <a:custGeom>
              <a:avLst/>
              <a:gdLst/>
              <a:ahLst/>
              <a:cxnLst/>
              <a:rect l="l" t="t" r="r" b="b"/>
              <a:pathLst>
                <a:path w="533" h="2268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lnTo>
                    <a:pt x="0" y="2002"/>
                  </a:lnTo>
                  <a:cubicBezTo>
                    <a:pt x="0" y="2149"/>
                    <a:pt x="120" y="2268"/>
                    <a:pt x="266" y="2268"/>
                  </a:cubicBezTo>
                  <a:cubicBezTo>
                    <a:pt x="413" y="2268"/>
                    <a:pt x="532" y="2149"/>
                    <a:pt x="532" y="2002"/>
                  </a:cubicBezTo>
                  <a:lnTo>
                    <a:pt x="532" y="266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9"/>
            <p:cNvSpPr/>
            <p:nvPr/>
          </p:nvSpPr>
          <p:spPr>
            <a:xfrm>
              <a:off x="6255027" y="4389090"/>
              <a:ext cx="253665" cy="181758"/>
            </a:xfrm>
            <a:custGeom>
              <a:avLst/>
              <a:gdLst/>
              <a:ahLst/>
              <a:cxnLst/>
              <a:rect l="l" t="t" r="r" b="b"/>
              <a:pathLst>
                <a:path w="7648" h="5480" extrusionOk="0">
                  <a:moveTo>
                    <a:pt x="2834" y="1728"/>
                  </a:moveTo>
                  <a:lnTo>
                    <a:pt x="2834" y="4949"/>
                  </a:lnTo>
                  <a:lnTo>
                    <a:pt x="1645" y="4949"/>
                  </a:lnTo>
                  <a:lnTo>
                    <a:pt x="1645" y="1728"/>
                  </a:lnTo>
                  <a:close/>
                  <a:moveTo>
                    <a:pt x="4332" y="533"/>
                  </a:moveTo>
                  <a:lnTo>
                    <a:pt x="4332" y="4949"/>
                  </a:lnTo>
                  <a:lnTo>
                    <a:pt x="3366" y="4949"/>
                  </a:lnTo>
                  <a:lnTo>
                    <a:pt x="3366" y="533"/>
                  </a:lnTo>
                  <a:close/>
                  <a:moveTo>
                    <a:pt x="5830" y="2812"/>
                  </a:moveTo>
                  <a:lnTo>
                    <a:pt x="5830" y="4949"/>
                  </a:lnTo>
                  <a:lnTo>
                    <a:pt x="4864" y="4949"/>
                  </a:lnTo>
                  <a:lnTo>
                    <a:pt x="4864" y="2812"/>
                  </a:lnTo>
                  <a:close/>
                  <a:moveTo>
                    <a:pt x="3239" y="1"/>
                  </a:moveTo>
                  <a:cubicBezTo>
                    <a:pt x="3016" y="1"/>
                    <a:pt x="2834" y="183"/>
                    <a:pt x="2834" y="405"/>
                  </a:cubicBezTo>
                  <a:lnTo>
                    <a:pt x="2834" y="1196"/>
                  </a:lnTo>
                  <a:lnTo>
                    <a:pt x="1518" y="1196"/>
                  </a:lnTo>
                  <a:cubicBezTo>
                    <a:pt x="1295" y="1196"/>
                    <a:pt x="1113" y="1378"/>
                    <a:pt x="1113" y="1600"/>
                  </a:cubicBezTo>
                  <a:lnTo>
                    <a:pt x="1113" y="4948"/>
                  </a:lnTo>
                  <a:lnTo>
                    <a:pt x="266" y="4948"/>
                  </a:lnTo>
                  <a:cubicBezTo>
                    <a:pt x="120" y="4948"/>
                    <a:pt x="1" y="5067"/>
                    <a:pt x="1" y="5214"/>
                  </a:cubicBezTo>
                  <a:cubicBezTo>
                    <a:pt x="1" y="5360"/>
                    <a:pt x="120" y="5479"/>
                    <a:pt x="266" y="5479"/>
                  </a:cubicBezTo>
                  <a:lnTo>
                    <a:pt x="7382" y="5479"/>
                  </a:lnTo>
                  <a:cubicBezTo>
                    <a:pt x="7529" y="5479"/>
                    <a:pt x="7648" y="5360"/>
                    <a:pt x="7648" y="5214"/>
                  </a:cubicBezTo>
                  <a:cubicBezTo>
                    <a:pt x="7648" y="5067"/>
                    <a:pt x="7529" y="4949"/>
                    <a:pt x="7382" y="4949"/>
                  </a:cubicBezTo>
                  <a:lnTo>
                    <a:pt x="6362" y="4949"/>
                  </a:lnTo>
                  <a:lnTo>
                    <a:pt x="6362" y="2685"/>
                  </a:lnTo>
                  <a:cubicBezTo>
                    <a:pt x="6362" y="2462"/>
                    <a:pt x="6180" y="2280"/>
                    <a:pt x="5958" y="2280"/>
                  </a:cubicBezTo>
                  <a:lnTo>
                    <a:pt x="4864" y="2280"/>
                  </a:lnTo>
                  <a:lnTo>
                    <a:pt x="4864" y="405"/>
                  </a:lnTo>
                  <a:cubicBezTo>
                    <a:pt x="4864" y="183"/>
                    <a:pt x="4682" y="1"/>
                    <a:pt x="4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9"/>
            <p:cNvSpPr/>
            <p:nvPr/>
          </p:nvSpPr>
          <p:spPr>
            <a:xfrm>
              <a:off x="6530947" y="4371876"/>
              <a:ext cx="37446" cy="60398"/>
            </a:xfrm>
            <a:custGeom>
              <a:avLst/>
              <a:gdLst/>
              <a:ahLst/>
              <a:cxnLst/>
              <a:rect l="l" t="t" r="r" b="b"/>
              <a:pathLst>
                <a:path w="1129" h="1821" extrusionOk="0">
                  <a:moveTo>
                    <a:pt x="291" y="1"/>
                  </a:moveTo>
                  <a:cubicBezTo>
                    <a:pt x="223" y="1"/>
                    <a:pt x="156" y="27"/>
                    <a:pt x="104" y="78"/>
                  </a:cubicBezTo>
                  <a:cubicBezTo>
                    <a:pt x="0" y="183"/>
                    <a:pt x="0" y="351"/>
                    <a:pt x="104" y="455"/>
                  </a:cubicBezTo>
                  <a:lnTo>
                    <a:pt x="560" y="911"/>
                  </a:lnTo>
                  <a:lnTo>
                    <a:pt x="104" y="1367"/>
                  </a:lnTo>
                  <a:cubicBezTo>
                    <a:pt x="0" y="1471"/>
                    <a:pt x="0" y="1639"/>
                    <a:pt x="104" y="1743"/>
                  </a:cubicBezTo>
                  <a:cubicBezTo>
                    <a:pt x="156" y="1795"/>
                    <a:pt x="224" y="1821"/>
                    <a:pt x="292" y="1821"/>
                  </a:cubicBezTo>
                  <a:cubicBezTo>
                    <a:pt x="360" y="1821"/>
                    <a:pt x="428" y="1795"/>
                    <a:pt x="480" y="1743"/>
                  </a:cubicBezTo>
                  <a:lnTo>
                    <a:pt x="998" y="1224"/>
                  </a:lnTo>
                  <a:cubicBezTo>
                    <a:pt x="1082" y="1141"/>
                    <a:pt x="1129" y="1029"/>
                    <a:pt x="1129" y="911"/>
                  </a:cubicBezTo>
                  <a:cubicBezTo>
                    <a:pt x="1128" y="792"/>
                    <a:pt x="1082" y="681"/>
                    <a:pt x="998" y="598"/>
                  </a:cubicBezTo>
                  <a:lnTo>
                    <a:pt x="480" y="79"/>
                  </a:lnTo>
                  <a:cubicBezTo>
                    <a:pt x="428" y="27"/>
                    <a:pt x="359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9"/>
            <p:cNvSpPr/>
            <p:nvPr/>
          </p:nvSpPr>
          <p:spPr>
            <a:xfrm>
              <a:off x="6466503" y="4331246"/>
              <a:ext cx="62090" cy="36617"/>
            </a:xfrm>
            <a:custGeom>
              <a:avLst/>
              <a:gdLst/>
              <a:ahLst/>
              <a:cxnLst/>
              <a:rect l="l" t="t" r="r" b="b"/>
              <a:pathLst>
                <a:path w="1872" h="1104" extrusionOk="0">
                  <a:moveTo>
                    <a:pt x="936" y="0"/>
                  </a:moveTo>
                  <a:cubicBezTo>
                    <a:pt x="818" y="0"/>
                    <a:pt x="706" y="47"/>
                    <a:pt x="623" y="131"/>
                  </a:cubicBezTo>
                  <a:lnTo>
                    <a:pt x="104" y="649"/>
                  </a:lnTo>
                  <a:cubicBezTo>
                    <a:pt x="1" y="753"/>
                    <a:pt x="1" y="921"/>
                    <a:pt x="104" y="1025"/>
                  </a:cubicBezTo>
                  <a:cubicBezTo>
                    <a:pt x="156" y="1076"/>
                    <a:pt x="224" y="1103"/>
                    <a:pt x="292" y="1103"/>
                  </a:cubicBezTo>
                  <a:cubicBezTo>
                    <a:pt x="360" y="1103"/>
                    <a:pt x="428" y="1076"/>
                    <a:pt x="480" y="1025"/>
                  </a:cubicBezTo>
                  <a:lnTo>
                    <a:pt x="936" y="569"/>
                  </a:lnTo>
                  <a:lnTo>
                    <a:pt x="1392" y="1025"/>
                  </a:lnTo>
                  <a:cubicBezTo>
                    <a:pt x="1444" y="1077"/>
                    <a:pt x="1512" y="1103"/>
                    <a:pt x="1580" y="1103"/>
                  </a:cubicBezTo>
                  <a:cubicBezTo>
                    <a:pt x="1648" y="1103"/>
                    <a:pt x="1716" y="1077"/>
                    <a:pt x="1768" y="1025"/>
                  </a:cubicBezTo>
                  <a:cubicBezTo>
                    <a:pt x="1871" y="921"/>
                    <a:pt x="1871" y="753"/>
                    <a:pt x="1768" y="649"/>
                  </a:cubicBezTo>
                  <a:lnTo>
                    <a:pt x="1249" y="131"/>
                  </a:lnTo>
                  <a:cubicBezTo>
                    <a:pt x="1166" y="47"/>
                    <a:pt x="1054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9"/>
            <p:cNvSpPr/>
            <p:nvPr/>
          </p:nvSpPr>
          <p:spPr>
            <a:xfrm>
              <a:off x="6466503" y="4436321"/>
              <a:ext cx="62090" cy="36584"/>
            </a:xfrm>
            <a:custGeom>
              <a:avLst/>
              <a:gdLst/>
              <a:ahLst/>
              <a:cxnLst/>
              <a:rect l="l" t="t" r="r" b="b"/>
              <a:pathLst>
                <a:path w="1872" h="1103" extrusionOk="0"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3" y="973"/>
                  </a:lnTo>
                  <a:cubicBezTo>
                    <a:pt x="706" y="1056"/>
                    <a:pt x="818" y="1103"/>
                    <a:pt x="936" y="1103"/>
                  </a:cubicBezTo>
                  <a:cubicBezTo>
                    <a:pt x="1054" y="1103"/>
                    <a:pt x="1166" y="1056"/>
                    <a:pt x="1249" y="973"/>
                  </a:cubicBezTo>
                  <a:lnTo>
                    <a:pt x="1768" y="455"/>
                  </a:lnTo>
                  <a:cubicBezTo>
                    <a:pt x="1871" y="351"/>
                    <a:pt x="1871" y="183"/>
                    <a:pt x="1768" y="79"/>
                  </a:cubicBezTo>
                  <a:cubicBezTo>
                    <a:pt x="1716" y="27"/>
                    <a:pt x="1648" y="0"/>
                    <a:pt x="1580" y="0"/>
                  </a:cubicBezTo>
                  <a:cubicBezTo>
                    <a:pt x="1512" y="0"/>
                    <a:pt x="1444" y="27"/>
                    <a:pt x="1392" y="79"/>
                  </a:cubicBezTo>
                  <a:lnTo>
                    <a:pt x="936" y="535"/>
                  </a:lnTo>
                  <a:lnTo>
                    <a:pt x="480" y="79"/>
                  </a:lnTo>
                  <a:cubicBezTo>
                    <a:pt x="428" y="27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9"/>
            <p:cNvSpPr/>
            <p:nvPr/>
          </p:nvSpPr>
          <p:spPr>
            <a:xfrm>
              <a:off x="6425309" y="4371876"/>
              <a:ext cx="38839" cy="60398"/>
            </a:xfrm>
            <a:custGeom>
              <a:avLst/>
              <a:gdLst/>
              <a:ahLst/>
              <a:cxnLst/>
              <a:rect l="l" t="t" r="r" b="b"/>
              <a:pathLst>
                <a:path w="1171" h="1821" extrusionOk="0">
                  <a:moveTo>
                    <a:pt x="879" y="1"/>
                  </a:moveTo>
                  <a:cubicBezTo>
                    <a:pt x="811" y="1"/>
                    <a:pt x="743" y="27"/>
                    <a:pt x="691" y="79"/>
                  </a:cubicBezTo>
                  <a:lnTo>
                    <a:pt x="173" y="598"/>
                  </a:lnTo>
                  <a:cubicBezTo>
                    <a:pt x="0" y="770"/>
                    <a:pt x="0" y="1052"/>
                    <a:pt x="173" y="1224"/>
                  </a:cubicBezTo>
                  <a:lnTo>
                    <a:pt x="691" y="1743"/>
                  </a:lnTo>
                  <a:cubicBezTo>
                    <a:pt x="744" y="1795"/>
                    <a:pt x="811" y="1821"/>
                    <a:pt x="879" y="1821"/>
                  </a:cubicBezTo>
                  <a:cubicBezTo>
                    <a:pt x="947" y="1821"/>
                    <a:pt x="1016" y="1795"/>
                    <a:pt x="1067" y="1743"/>
                  </a:cubicBezTo>
                  <a:cubicBezTo>
                    <a:pt x="1171" y="1639"/>
                    <a:pt x="1171" y="1471"/>
                    <a:pt x="1067" y="1367"/>
                  </a:cubicBezTo>
                  <a:lnTo>
                    <a:pt x="611" y="911"/>
                  </a:lnTo>
                  <a:lnTo>
                    <a:pt x="1067" y="455"/>
                  </a:lnTo>
                  <a:cubicBezTo>
                    <a:pt x="1171" y="351"/>
                    <a:pt x="1171" y="183"/>
                    <a:pt x="1067" y="79"/>
                  </a:cubicBezTo>
                  <a:cubicBezTo>
                    <a:pt x="1015" y="27"/>
                    <a:pt x="947" y="1"/>
                    <a:pt x="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9"/>
            <p:cNvSpPr/>
            <p:nvPr/>
          </p:nvSpPr>
          <p:spPr>
            <a:xfrm>
              <a:off x="6087962" y="4160334"/>
              <a:ext cx="114096" cy="17645"/>
            </a:xfrm>
            <a:custGeom>
              <a:avLst/>
              <a:gdLst/>
              <a:ahLst/>
              <a:cxnLst/>
              <a:rect l="l" t="t" r="r" b="b"/>
              <a:pathLst>
                <a:path w="3440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174" y="532"/>
                  </a:lnTo>
                  <a:cubicBezTo>
                    <a:pt x="3321" y="532"/>
                    <a:pt x="3440" y="413"/>
                    <a:pt x="3440" y="266"/>
                  </a:cubicBezTo>
                  <a:cubicBezTo>
                    <a:pt x="3440" y="119"/>
                    <a:pt x="3321" y="0"/>
                    <a:pt x="3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9"/>
            <p:cNvSpPr/>
            <p:nvPr/>
          </p:nvSpPr>
          <p:spPr>
            <a:xfrm>
              <a:off x="6087962" y="4192937"/>
              <a:ext cx="114096" cy="17678"/>
            </a:xfrm>
            <a:custGeom>
              <a:avLst/>
              <a:gdLst/>
              <a:ahLst/>
              <a:cxnLst/>
              <a:rect l="l" t="t" r="r" b="b"/>
              <a:pathLst>
                <a:path w="3440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174" y="533"/>
                  </a:lnTo>
                  <a:cubicBezTo>
                    <a:pt x="3321" y="533"/>
                    <a:pt x="3440" y="414"/>
                    <a:pt x="3440" y="267"/>
                  </a:cubicBezTo>
                  <a:cubicBezTo>
                    <a:pt x="3440" y="120"/>
                    <a:pt x="3321" y="1"/>
                    <a:pt x="3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9"/>
            <p:cNvSpPr/>
            <p:nvPr/>
          </p:nvSpPr>
          <p:spPr>
            <a:xfrm>
              <a:off x="6087962" y="4225574"/>
              <a:ext cx="114096" cy="17678"/>
            </a:xfrm>
            <a:custGeom>
              <a:avLst/>
              <a:gdLst/>
              <a:ahLst/>
              <a:cxnLst/>
              <a:rect l="l" t="t" r="r" b="b"/>
              <a:pathLst>
                <a:path w="3440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174" y="532"/>
                  </a:lnTo>
                  <a:cubicBezTo>
                    <a:pt x="3321" y="532"/>
                    <a:pt x="3440" y="413"/>
                    <a:pt x="3440" y="266"/>
                  </a:cubicBezTo>
                  <a:cubicBezTo>
                    <a:pt x="3440" y="119"/>
                    <a:pt x="3321" y="0"/>
                    <a:pt x="3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9"/>
            <p:cNvSpPr/>
            <p:nvPr/>
          </p:nvSpPr>
          <p:spPr>
            <a:xfrm>
              <a:off x="6207067" y="4434695"/>
              <a:ext cx="67297" cy="17678"/>
            </a:xfrm>
            <a:custGeom>
              <a:avLst/>
              <a:gdLst/>
              <a:ahLst/>
              <a:cxnLst/>
              <a:rect l="l" t="t" r="r" b="b"/>
              <a:pathLst>
                <a:path w="2029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7"/>
                  </a:cubicBezTo>
                  <a:cubicBezTo>
                    <a:pt x="2029" y="120"/>
                    <a:pt x="1910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9"/>
            <p:cNvSpPr/>
            <p:nvPr/>
          </p:nvSpPr>
          <p:spPr>
            <a:xfrm>
              <a:off x="6207067" y="4459538"/>
              <a:ext cx="67297" cy="17645"/>
            </a:xfrm>
            <a:custGeom>
              <a:avLst/>
              <a:gdLst/>
              <a:ahLst/>
              <a:cxnLst/>
              <a:rect l="l" t="t" r="r" b="b"/>
              <a:pathLst>
                <a:path w="2029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6"/>
                  </a:cubicBezTo>
                  <a:cubicBezTo>
                    <a:pt x="2029" y="119"/>
                    <a:pt x="1910" y="0"/>
                    <a:pt x="1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9"/>
            <p:cNvSpPr/>
            <p:nvPr/>
          </p:nvSpPr>
          <p:spPr>
            <a:xfrm>
              <a:off x="6207067" y="4484347"/>
              <a:ext cx="67297" cy="17678"/>
            </a:xfrm>
            <a:custGeom>
              <a:avLst/>
              <a:gdLst/>
              <a:ahLst/>
              <a:cxnLst/>
              <a:rect l="l" t="t" r="r" b="b"/>
              <a:pathLst>
                <a:path w="2029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7"/>
                  </a:cubicBezTo>
                  <a:cubicBezTo>
                    <a:pt x="2029" y="120"/>
                    <a:pt x="1910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9"/>
            <p:cNvSpPr/>
            <p:nvPr/>
          </p:nvSpPr>
          <p:spPr>
            <a:xfrm>
              <a:off x="6469355" y="4373866"/>
              <a:ext cx="56385" cy="56418"/>
            </a:xfrm>
            <a:custGeom>
              <a:avLst/>
              <a:gdLst/>
              <a:ahLst/>
              <a:cxnLst/>
              <a:rect l="l" t="t" r="r" b="b"/>
              <a:pathLst>
                <a:path w="1700" h="1701" extrusionOk="0">
                  <a:moveTo>
                    <a:pt x="850" y="533"/>
                  </a:moveTo>
                  <a:cubicBezTo>
                    <a:pt x="1026" y="533"/>
                    <a:pt x="1167" y="675"/>
                    <a:pt x="1167" y="851"/>
                  </a:cubicBezTo>
                  <a:cubicBezTo>
                    <a:pt x="1167" y="1026"/>
                    <a:pt x="1026" y="1168"/>
                    <a:pt x="850" y="1168"/>
                  </a:cubicBezTo>
                  <a:cubicBezTo>
                    <a:pt x="674" y="1168"/>
                    <a:pt x="532" y="1026"/>
                    <a:pt x="532" y="851"/>
                  </a:cubicBezTo>
                  <a:cubicBezTo>
                    <a:pt x="532" y="675"/>
                    <a:pt x="674" y="533"/>
                    <a:pt x="850" y="533"/>
                  </a:cubicBezTo>
                  <a:close/>
                  <a:moveTo>
                    <a:pt x="850" y="1"/>
                  </a:moveTo>
                  <a:cubicBezTo>
                    <a:pt x="382" y="1"/>
                    <a:pt x="1" y="383"/>
                    <a:pt x="1" y="851"/>
                  </a:cubicBezTo>
                  <a:cubicBezTo>
                    <a:pt x="1" y="1319"/>
                    <a:pt x="382" y="1700"/>
                    <a:pt x="850" y="1700"/>
                  </a:cubicBezTo>
                  <a:cubicBezTo>
                    <a:pt x="1318" y="1700"/>
                    <a:pt x="1699" y="1319"/>
                    <a:pt x="1699" y="851"/>
                  </a:cubicBezTo>
                  <a:cubicBezTo>
                    <a:pt x="1699" y="383"/>
                    <a:pt x="1318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50"/>
          <p:cNvSpPr txBox="1">
            <a:spLocks noGrp="1"/>
          </p:cNvSpPr>
          <p:nvPr>
            <p:ph type="title"/>
          </p:nvPr>
        </p:nvSpPr>
        <p:spPr>
          <a:xfrm>
            <a:off x="720000" y="1677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grpSp>
        <p:nvGrpSpPr>
          <p:cNvPr id="1712" name="Google Shape;1712;p50"/>
          <p:cNvGrpSpPr/>
          <p:nvPr/>
        </p:nvGrpSpPr>
        <p:grpSpPr>
          <a:xfrm>
            <a:off x="7123225" y="1144988"/>
            <a:ext cx="76825" cy="76800"/>
            <a:chOff x="3104875" y="1099400"/>
            <a:chExt cx="76825" cy="76800"/>
          </a:xfrm>
        </p:grpSpPr>
        <p:sp>
          <p:nvSpPr>
            <p:cNvPr id="1713" name="Google Shape;1713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5" name="Google Shape;1715;p50"/>
          <p:cNvGrpSpPr/>
          <p:nvPr/>
        </p:nvGrpSpPr>
        <p:grpSpPr>
          <a:xfrm>
            <a:off x="1062850" y="3623963"/>
            <a:ext cx="76825" cy="76800"/>
            <a:chOff x="3104875" y="1099400"/>
            <a:chExt cx="76825" cy="76800"/>
          </a:xfrm>
        </p:grpSpPr>
        <p:sp>
          <p:nvSpPr>
            <p:cNvPr id="1716" name="Google Shape;1716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18" name="Google Shape;1718;p5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403038" y="1795212"/>
            <a:ext cx="1552574" cy="139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50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8473750">
            <a:off x="511779" y="2063733"/>
            <a:ext cx="903665" cy="8538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50"/>
          <p:cNvSpPr txBox="1"/>
          <p:nvPr/>
        </p:nvSpPr>
        <p:spPr>
          <a:xfrm>
            <a:off x="2323250" y="1708725"/>
            <a:ext cx="554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1" name="Google Shape;1721;p50"/>
          <p:cNvSpPr txBox="1"/>
          <p:nvPr/>
        </p:nvSpPr>
        <p:spPr>
          <a:xfrm>
            <a:off x="1455900" y="894575"/>
            <a:ext cx="6232200" cy="3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PDF File Size Constraint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Char char="○"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Large PDF files may exceed the memory limits of the Google Colab GPU.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Char char="○"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may need to split large documents into smaller sections for processing.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Extended Processing Time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Char char="○"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Computational constraints limit the complexity of the AI model.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Char char="○"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Longer and more complex documents may take more time to analyze and summarize.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Character Limit in Chatbot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Char char="○"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chatbot can only process a limited number of characters at a time.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Char char="○"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may need to truncate or split long inputs for better results.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51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51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1728" name="Google Shape;1728;p51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729" name="Google Shape;1729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1" name="Google Shape;1731;p51"/>
          <p:cNvGrpSpPr/>
          <p:nvPr/>
        </p:nvGrpSpPr>
        <p:grpSpPr>
          <a:xfrm>
            <a:off x="3880625" y="914550"/>
            <a:ext cx="76825" cy="76800"/>
            <a:chOff x="3104875" y="1099400"/>
            <a:chExt cx="76825" cy="76800"/>
          </a:xfrm>
        </p:grpSpPr>
        <p:sp>
          <p:nvSpPr>
            <p:cNvPr id="1732" name="Google Shape;1732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4" name="Google Shape;1734;p51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735" name="Google Shape;1735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37" name="Google Shape;1737;p51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5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5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51"/>
          <p:cNvPicPr preferRelativeResize="0"/>
          <p:nvPr/>
        </p:nvPicPr>
        <p:blipFill rotWithShape="1">
          <a:blip r:embed="rId7">
            <a:alphaModFix/>
          </a:blip>
          <a:srcRect l="18647" t="7960" r="8852" b="8336"/>
          <a:stretch/>
        </p:blipFill>
        <p:spPr>
          <a:xfrm rot="-140650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52"/>
          <p:cNvSpPr txBox="1">
            <a:spLocks noGrp="1"/>
          </p:cNvSpPr>
          <p:nvPr>
            <p:ph type="title"/>
          </p:nvPr>
        </p:nvSpPr>
        <p:spPr>
          <a:xfrm>
            <a:off x="1834353" y="1731725"/>
            <a:ext cx="5475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THANKS!</a:t>
            </a:r>
            <a:endParaRPr sz="6600"/>
          </a:p>
        </p:txBody>
      </p:sp>
      <p:sp>
        <p:nvSpPr>
          <p:cNvPr id="1746" name="Google Shape;1746;p52"/>
          <p:cNvSpPr txBox="1">
            <a:spLocks noGrp="1"/>
          </p:cNvSpPr>
          <p:nvPr>
            <p:ph type="title"/>
          </p:nvPr>
        </p:nvSpPr>
        <p:spPr>
          <a:xfrm>
            <a:off x="2338800" y="2790425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On-screen Show (16:9)</PresentationFormat>
  <Paragraphs>80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Nunito Light</vt:lpstr>
      <vt:lpstr>Montserrat Medium</vt:lpstr>
      <vt:lpstr>Bebas Neue</vt:lpstr>
      <vt:lpstr>Arial</vt:lpstr>
      <vt:lpstr>Montserrat</vt:lpstr>
      <vt:lpstr>PT Sans</vt:lpstr>
      <vt:lpstr>Anaheim</vt:lpstr>
      <vt:lpstr>Montserrat Black</vt:lpstr>
      <vt:lpstr>Montserrat Light</vt:lpstr>
      <vt:lpstr>Artificial Intelligence (AI) Technology Consulting by Slidesgo</vt:lpstr>
      <vt:lpstr>ARTIFICIAL INTELLIGENCE (AI) Streamlining Information Retrieval with LLMs</vt:lpstr>
      <vt:lpstr>TABLE OF CONTENTS</vt:lpstr>
      <vt:lpstr>01</vt:lpstr>
      <vt:lpstr>BRIEF OVERVIEW</vt:lpstr>
      <vt:lpstr>02</vt:lpstr>
      <vt:lpstr>PROBLEM STATEMENT</vt:lpstr>
      <vt:lpstr>PROBLEM STATEMENT</vt:lpstr>
      <vt:lpstr>03</vt:lpstr>
      <vt:lpstr>TECHNICAL REQUIREMENTS</vt:lpstr>
      <vt:lpstr>04</vt:lpstr>
      <vt:lpstr>OUR ARCHITECTURE</vt:lpstr>
      <vt:lpstr>05</vt:lpstr>
      <vt:lpstr>Our Code &amp; UI</vt:lpstr>
      <vt:lpstr>PowerPoint Presentation</vt:lpstr>
      <vt:lpstr>PowerPoint Presentation</vt:lpstr>
      <vt:lpstr>PowerPoint Presentation</vt:lpstr>
      <vt:lpstr>06</vt:lpstr>
      <vt:lpstr>CHALLENGES</vt:lpstr>
      <vt:lpstr>LIMITATIONS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Rhythm Shahi</cp:lastModifiedBy>
  <cp:revision>1</cp:revision>
  <dcterms:modified xsi:type="dcterms:W3CDTF">2025-03-11T19:44:41Z</dcterms:modified>
</cp:coreProperties>
</file>